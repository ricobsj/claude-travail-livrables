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69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viewProps" Target="view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theme" Target="theme/theme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microsoft.com/office/2016/11/relationships/changesInfo" Target="changesInfos/changesInfo1.xml"/><Relationship Id="rId190" Type="http://schemas.openxmlformats.org/officeDocument/2006/relationships/slide" Target="slides/slide189.xml"/><Relationship Id="rId204"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AUBRUN" userId="4fc61db2-4c88-4eb6-b1fc-02ee2d950335" providerId="ADAL" clId="{ECACAB01-567A-4B1E-A822-9DEDF6CF747D}"/>
    <pc:docChg chg="modSld">
      <pc:chgData name="Eric AUBRUN" userId="4fc61db2-4c88-4eb6-b1fc-02ee2d950335" providerId="ADAL" clId="{ECACAB01-567A-4B1E-A822-9DEDF6CF747D}" dt="2026-03-23T20:15:38.817" v="0"/>
      <pc:docMkLst>
        <pc:docMk/>
      </pc:docMkLst>
      <pc:sldChg chg="modTransition">
        <pc:chgData name="Eric AUBRUN" userId="4fc61db2-4c88-4eb6-b1fc-02ee2d950335" providerId="ADAL" clId="{ECACAB01-567A-4B1E-A822-9DEDF6CF747D}" dt="2026-03-23T20:15:38.817" v="0"/>
        <pc:sldMkLst>
          <pc:docMk/>
          <pc:sldMk cId="0" sldId="256"/>
        </pc:sldMkLst>
      </pc:sldChg>
      <pc:sldChg chg="modTransition">
        <pc:chgData name="Eric AUBRUN" userId="4fc61db2-4c88-4eb6-b1fc-02ee2d950335" providerId="ADAL" clId="{ECACAB01-567A-4B1E-A822-9DEDF6CF747D}" dt="2026-03-23T20:15:38.817" v="0"/>
        <pc:sldMkLst>
          <pc:docMk/>
          <pc:sldMk cId="0" sldId="257"/>
        </pc:sldMkLst>
      </pc:sldChg>
      <pc:sldChg chg="modTransition">
        <pc:chgData name="Eric AUBRUN" userId="4fc61db2-4c88-4eb6-b1fc-02ee2d950335" providerId="ADAL" clId="{ECACAB01-567A-4B1E-A822-9DEDF6CF747D}" dt="2026-03-23T20:15:38.817" v="0"/>
        <pc:sldMkLst>
          <pc:docMk/>
          <pc:sldMk cId="0" sldId="258"/>
        </pc:sldMkLst>
      </pc:sldChg>
      <pc:sldChg chg="modTransition">
        <pc:chgData name="Eric AUBRUN" userId="4fc61db2-4c88-4eb6-b1fc-02ee2d950335" providerId="ADAL" clId="{ECACAB01-567A-4B1E-A822-9DEDF6CF747D}" dt="2026-03-23T20:15:38.817" v="0"/>
        <pc:sldMkLst>
          <pc:docMk/>
          <pc:sldMk cId="0" sldId="259"/>
        </pc:sldMkLst>
      </pc:sldChg>
      <pc:sldChg chg="modTransition">
        <pc:chgData name="Eric AUBRUN" userId="4fc61db2-4c88-4eb6-b1fc-02ee2d950335" providerId="ADAL" clId="{ECACAB01-567A-4B1E-A822-9DEDF6CF747D}" dt="2026-03-23T20:15:38.817" v="0"/>
        <pc:sldMkLst>
          <pc:docMk/>
          <pc:sldMk cId="0" sldId="260"/>
        </pc:sldMkLst>
      </pc:sldChg>
      <pc:sldChg chg="modTransition">
        <pc:chgData name="Eric AUBRUN" userId="4fc61db2-4c88-4eb6-b1fc-02ee2d950335" providerId="ADAL" clId="{ECACAB01-567A-4B1E-A822-9DEDF6CF747D}" dt="2026-03-23T20:15:38.817" v="0"/>
        <pc:sldMkLst>
          <pc:docMk/>
          <pc:sldMk cId="0" sldId="261"/>
        </pc:sldMkLst>
      </pc:sldChg>
      <pc:sldChg chg="modTransition">
        <pc:chgData name="Eric AUBRUN" userId="4fc61db2-4c88-4eb6-b1fc-02ee2d950335" providerId="ADAL" clId="{ECACAB01-567A-4B1E-A822-9DEDF6CF747D}" dt="2026-03-23T20:15:38.817" v="0"/>
        <pc:sldMkLst>
          <pc:docMk/>
          <pc:sldMk cId="0" sldId="262"/>
        </pc:sldMkLst>
      </pc:sldChg>
      <pc:sldChg chg="modTransition">
        <pc:chgData name="Eric AUBRUN" userId="4fc61db2-4c88-4eb6-b1fc-02ee2d950335" providerId="ADAL" clId="{ECACAB01-567A-4B1E-A822-9DEDF6CF747D}" dt="2026-03-23T20:15:38.817" v="0"/>
        <pc:sldMkLst>
          <pc:docMk/>
          <pc:sldMk cId="0" sldId="263"/>
        </pc:sldMkLst>
      </pc:sldChg>
      <pc:sldChg chg="modTransition">
        <pc:chgData name="Eric AUBRUN" userId="4fc61db2-4c88-4eb6-b1fc-02ee2d950335" providerId="ADAL" clId="{ECACAB01-567A-4B1E-A822-9DEDF6CF747D}" dt="2026-03-23T20:15:38.817" v="0"/>
        <pc:sldMkLst>
          <pc:docMk/>
          <pc:sldMk cId="0" sldId="264"/>
        </pc:sldMkLst>
      </pc:sldChg>
      <pc:sldChg chg="modTransition">
        <pc:chgData name="Eric AUBRUN" userId="4fc61db2-4c88-4eb6-b1fc-02ee2d950335" providerId="ADAL" clId="{ECACAB01-567A-4B1E-A822-9DEDF6CF747D}" dt="2026-03-23T20:15:38.817" v="0"/>
        <pc:sldMkLst>
          <pc:docMk/>
          <pc:sldMk cId="0" sldId="265"/>
        </pc:sldMkLst>
      </pc:sldChg>
      <pc:sldChg chg="modTransition">
        <pc:chgData name="Eric AUBRUN" userId="4fc61db2-4c88-4eb6-b1fc-02ee2d950335" providerId="ADAL" clId="{ECACAB01-567A-4B1E-A822-9DEDF6CF747D}" dt="2026-03-23T20:15:38.817" v="0"/>
        <pc:sldMkLst>
          <pc:docMk/>
          <pc:sldMk cId="0" sldId="266"/>
        </pc:sldMkLst>
      </pc:sldChg>
      <pc:sldChg chg="modTransition">
        <pc:chgData name="Eric AUBRUN" userId="4fc61db2-4c88-4eb6-b1fc-02ee2d950335" providerId="ADAL" clId="{ECACAB01-567A-4B1E-A822-9DEDF6CF747D}" dt="2026-03-23T20:15:38.817" v="0"/>
        <pc:sldMkLst>
          <pc:docMk/>
          <pc:sldMk cId="0" sldId="267"/>
        </pc:sldMkLst>
      </pc:sldChg>
      <pc:sldChg chg="modTransition">
        <pc:chgData name="Eric AUBRUN" userId="4fc61db2-4c88-4eb6-b1fc-02ee2d950335" providerId="ADAL" clId="{ECACAB01-567A-4B1E-A822-9DEDF6CF747D}" dt="2026-03-23T20:15:38.817" v="0"/>
        <pc:sldMkLst>
          <pc:docMk/>
          <pc:sldMk cId="0" sldId="268"/>
        </pc:sldMkLst>
      </pc:sldChg>
      <pc:sldChg chg="modTransition">
        <pc:chgData name="Eric AUBRUN" userId="4fc61db2-4c88-4eb6-b1fc-02ee2d950335" providerId="ADAL" clId="{ECACAB01-567A-4B1E-A822-9DEDF6CF747D}" dt="2026-03-23T20:15:38.817" v="0"/>
        <pc:sldMkLst>
          <pc:docMk/>
          <pc:sldMk cId="0" sldId="269"/>
        </pc:sldMkLst>
      </pc:sldChg>
      <pc:sldChg chg="modTransition">
        <pc:chgData name="Eric AUBRUN" userId="4fc61db2-4c88-4eb6-b1fc-02ee2d950335" providerId="ADAL" clId="{ECACAB01-567A-4B1E-A822-9DEDF6CF747D}" dt="2026-03-23T20:15:38.817" v="0"/>
        <pc:sldMkLst>
          <pc:docMk/>
          <pc:sldMk cId="0" sldId="270"/>
        </pc:sldMkLst>
      </pc:sldChg>
      <pc:sldChg chg="modTransition">
        <pc:chgData name="Eric AUBRUN" userId="4fc61db2-4c88-4eb6-b1fc-02ee2d950335" providerId="ADAL" clId="{ECACAB01-567A-4B1E-A822-9DEDF6CF747D}" dt="2026-03-23T20:15:38.817" v="0"/>
        <pc:sldMkLst>
          <pc:docMk/>
          <pc:sldMk cId="0" sldId="271"/>
        </pc:sldMkLst>
      </pc:sldChg>
      <pc:sldChg chg="modTransition">
        <pc:chgData name="Eric AUBRUN" userId="4fc61db2-4c88-4eb6-b1fc-02ee2d950335" providerId="ADAL" clId="{ECACAB01-567A-4B1E-A822-9DEDF6CF747D}" dt="2026-03-23T20:15:38.817" v="0"/>
        <pc:sldMkLst>
          <pc:docMk/>
          <pc:sldMk cId="0" sldId="272"/>
        </pc:sldMkLst>
      </pc:sldChg>
      <pc:sldChg chg="modTransition">
        <pc:chgData name="Eric AUBRUN" userId="4fc61db2-4c88-4eb6-b1fc-02ee2d950335" providerId="ADAL" clId="{ECACAB01-567A-4B1E-A822-9DEDF6CF747D}" dt="2026-03-23T20:15:38.817" v="0"/>
        <pc:sldMkLst>
          <pc:docMk/>
          <pc:sldMk cId="0" sldId="273"/>
        </pc:sldMkLst>
      </pc:sldChg>
      <pc:sldChg chg="modTransition">
        <pc:chgData name="Eric AUBRUN" userId="4fc61db2-4c88-4eb6-b1fc-02ee2d950335" providerId="ADAL" clId="{ECACAB01-567A-4B1E-A822-9DEDF6CF747D}" dt="2026-03-23T20:15:38.817" v="0"/>
        <pc:sldMkLst>
          <pc:docMk/>
          <pc:sldMk cId="0" sldId="274"/>
        </pc:sldMkLst>
      </pc:sldChg>
      <pc:sldChg chg="modTransition">
        <pc:chgData name="Eric AUBRUN" userId="4fc61db2-4c88-4eb6-b1fc-02ee2d950335" providerId="ADAL" clId="{ECACAB01-567A-4B1E-A822-9DEDF6CF747D}" dt="2026-03-23T20:15:38.817" v="0"/>
        <pc:sldMkLst>
          <pc:docMk/>
          <pc:sldMk cId="0" sldId="275"/>
        </pc:sldMkLst>
      </pc:sldChg>
      <pc:sldChg chg="modTransition">
        <pc:chgData name="Eric AUBRUN" userId="4fc61db2-4c88-4eb6-b1fc-02ee2d950335" providerId="ADAL" clId="{ECACAB01-567A-4B1E-A822-9DEDF6CF747D}" dt="2026-03-23T20:15:38.817" v="0"/>
        <pc:sldMkLst>
          <pc:docMk/>
          <pc:sldMk cId="0" sldId="276"/>
        </pc:sldMkLst>
      </pc:sldChg>
      <pc:sldChg chg="modTransition">
        <pc:chgData name="Eric AUBRUN" userId="4fc61db2-4c88-4eb6-b1fc-02ee2d950335" providerId="ADAL" clId="{ECACAB01-567A-4B1E-A822-9DEDF6CF747D}" dt="2026-03-23T20:15:38.817" v="0"/>
        <pc:sldMkLst>
          <pc:docMk/>
          <pc:sldMk cId="0" sldId="277"/>
        </pc:sldMkLst>
      </pc:sldChg>
      <pc:sldChg chg="modTransition">
        <pc:chgData name="Eric AUBRUN" userId="4fc61db2-4c88-4eb6-b1fc-02ee2d950335" providerId="ADAL" clId="{ECACAB01-567A-4B1E-A822-9DEDF6CF747D}" dt="2026-03-23T20:15:38.817" v="0"/>
        <pc:sldMkLst>
          <pc:docMk/>
          <pc:sldMk cId="0" sldId="278"/>
        </pc:sldMkLst>
      </pc:sldChg>
      <pc:sldChg chg="modTransition">
        <pc:chgData name="Eric AUBRUN" userId="4fc61db2-4c88-4eb6-b1fc-02ee2d950335" providerId="ADAL" clId="{ECACAB01-567A-4B1E-A822-9DEDF6CF747D}" dt="2026-03-23T20:15:38.817" v="0"/>
        <pc:sldMkLst>
          <pc:docMk/>
          <pc:sldMk cId="0" sldId="279"/>
        </pc:sldMkLst>
      </pc:sldChg>
      <pc:sldChg chg="modTransition">
        <pc:chgData name="Eric AUBRUN" userId="4fc61db2-4c88-4eb6-b1fc-02ee2d950335" providerId="ADAL" clId="{ECACAB01-567A-4B1E-A822-9DEDF6CF747D}" dt="2026-03-23T20:15:38.817" v="0"/>
        <pc:sldMkLst>
          <pc:docMk/>
          <pc:sldMk cId="0" sldId="280"/>
        </pc:sldMkLst>
      </pc:sldChg>
      <pc:sldChg chg="modTransition">
        <pc:chgData name="Eric AUBRUN" userId="4fc61db2-4c88-4eb6-b1fc-02ee2d950335" providerId="ADAL" clId="{ECACAB01-567A-4B1E-A822-9DEDF6CF747D}" dt="2026-03-23T20:15:38.817" v="0"/>
        <pc:sldMkLst>
          <pc:docMk/>
          <pc:sldMk cId="0" sldId="281"/>
        </pc:sldMkLst>
      </pc:sldChg>
      <pc:sldChg chg="modTransition">
        <pc:chgData name="Eric AUBRUN" userId="4fc61db2-4c88-4eb6-b1fc-02ee2d950335" providerId="ADAL" clId="{ECACAB01-567A-4B1E-A822-9DEDF6CF747D}" dt="2026-03-23T20:15:38.817" v="0"/>
        <pc:sldMkLst>
          <pc:docMk/>
          <pc:sldMk cId="0" sldId="282"/>
        </pc:sldMkLst>
      </pc:sldChg>
      <pc:sldChg chg="modTransition">
        <pc:chgData name="Eric AUBRUN" userId="4fc61db2-4c88-4eb6-b1fc-02ee2d950335" providerId="ADAL" clId="{ECACAB01-567A-4B1E-A822-9DEDF6CF747D}" dt="2026-03-23T20:15:38.817" v="0"/>
        <pc:sldMkLst>
          <pc:docMk/>
          <pc:sldMk cId="0" sldId="283"/>
        </pc:sldMkLst>
      </pc:sldChg>
      <pc:sldChg chg="modTransition">
        <pc:chgData name="Eric AUBRUN" userId="4fc61db2-4c88-4eb6-b1fc-02ee2d950335" providerId="ADAL" clId="{ECACAB01-567A-4B1E-A822-9DEDF6CF747D}" dt="2026-03-23T20:15:38.817" v="0"/>
        <pc:sldMkLst>
          <pc:docMk/>
          <pc:sldMk cId="0" sldId="284"/>
        </pc:sldMkLst>
      </pc:sldChg>
      <pc:sldChg chg="modTransition">
        <pc:chgData name="Eric AUBRUN" userId="4fc61db2-4c88-4eb6-b1fc-02ee2d950335" providerId="ADAL" clId="{ECACAB01-567A-4B1E-A822-9DEDF6CF747D}" dt="2026-03-23T20:15:38.817" v="0"/>
        <pc:sldMkLst>
          <pc:docMk/>
          <pc:sldMk cId="0" sldId="285"/>
        </pc:sldMkLst>
      </pc:sldChg>
      <pc:sldChg chg="modTransition">
        <pc:chgData name="Eric AUBRUN" userId="4fc61db2-4c88-4eb6-b1fc-02ee2d950335" providerId="ADAL" clId="{ECACAB01-567A-4B1E-A822-9DEDF6CF747D}" dt="2026-03-23T20:15:38.817" v="0"/>
        <pc:sldMkLst>
          <pc:docMk/>
          <pc:sldMk cId="0" sldId="286"/>
        </pc:sldMkLst>
      </pc:sldChg>
      <pc:sldChg chg="modTransition">
        <pc:chgData name="Eric AUBRUN" userId="4fc61db2-4c88-4eb6-b1fc-02ee2d950335" providerId="ADAL" clId="{ECACAB01-567A-4B1E-A822-9DEDF6CF747D}" dt="2026-03-23T20:15:38.817" v="0"/>
        <pc:sldMkLst>
          <pc:docMk/>
          <pc:sldMk cId="0" sldId="287"/>
        </pc:sldMkLst>
      </pc:sldChg>
      <pc:sldChg chg="modTransition">
        <pc:chgData name="Eric AUBRUN" userId="4fc61db2-4c88-4eb6-b1fc-02ee2d950335" providerId="ADAL" clId="{ECACAB01-567A-4B1E-A822-9DEDF6CF747D}" dt="2026-03-23T20:15:38.817" v="0"/>
        <pc:sldMkLst>
          <pc:docMk/>
          <pc:sldMk cId="0" sldId="288"/>
        </pc:sldMkLst>
      </pc:sldChg>
      <pc:sldChg chg="modTransition">
        <pc:chgData name="Eric AUBRUN" userId="4fc61db2-4c88-4eb6-b1fc-02ee2d950335" providerId="ADAL" clId="{ECACAB01-567A-4B1E-A822-9DEDF6CF747D}" dt="2026-03-23T20:15:38.817" v="0"/>
        <pc:sldMkLst>
          <pc:docMk/>
          <pc:sldMk cId="0" sldId="289"/>
        </pc:sldMkLst>
      </pc:sldChg>
      <pc:sldChg chg="modTransition">
        <pc:chgData name="Eric AUBRUN" userId="4fc61db2-4c88-4eb6-b1fc-02ee2d950335" providerId="ADAL" clId="{ECACAB01-567A-4B1E-A822-9DEDF6CF747D}" dt="2026-03-23T20:15:38.817" v="0"/>
        <pc:sldMkLst>
          <pc:docMk/>
          <pc:sldMk cId="0" sldId="290"/>
        </pc:sldMkLst>
      </pc:sldChg>
      <pc:sldChg chg="modTransition">
        <pc:chgData name="Eric AUBRUN" userId="4fc61db2-4c88-4eb6-b1fc-02ee2d950335" providerId="ADAL" clId="{ECACAB01-567A-4B1E-A822-9DEDF6CF747D}" dt="2026-03-23T20:15:38.817" v="0"/>
        <pc:sldMkLst>
          <pc:docMk/>
          <pc:sldMk cId="0" sldId="291"/>
        </pc:sldMkLst>
      </pc:sldChg>
      <pc:sldChg chg="modTransition">
        <pc:chgData name="Eric AUBRUN" userId="4fc61db2-4c88-4eb6-b1fc-02ee2d950335" providerId="ADAL" clId="{ECACAB01-567A-4B1E-A822-9DEDF6CF747D}" dt="2026-03-23T20:15:38.817" v="0"/>
        <pc:sldMkLst>
          <pc:docMk/>
          <pc:sldMk cId="0" sldId="292"/>
        </pc:sldMkLst>
      </pc:sldChg>
      <pc:sldChg chg="modTransition">
        <pc:chgData name="Eric AUBRUN" userId="4fc61db2-4c88-4eb6-b1fc-02ee2d950335" providerId="ADAL" clId="{ECACAB01-567A-4B1E-A822-9DEDF6CF747D}" dt="2026-03-23T20:15:38.817" v="0"/>
        <pc:sldMkLst>
          <pc:docMk/>
          <pc:sldMk cId="0" sldId="293"/>
        </pc:sldMkLst>
      </pc:sldChg>
      <pc:sldChg chg="modTransition">
        <pc:chgData name="Eric AUBRUN" userId="4fc61db2-4c88-4eb6-b1fc-02ee2d950335" providerId="ADAL" clId="{ECACAB01-567A-4B1E-A822-9DEDF6CF747D}" dt="2026-03-23T20:15:38.817" v="0"/>
        <pc:sldMkLst>
          <pc:docMk/>
          <pc:sldMk cId="0" sldId="294"/>
        </pc:sldMkLst>
      </pc:sldChg>
      <pc:sldChg chg="modTransition">
        <pc:chgData name="Eric AUBRUN" userId="4fc61db2-4c88-4eb6-b1fc-02ee2d950335" providerId="ADAL" clId="{ECACAB01-567A-4B1E-A822-9DEDF6CF747D}" dt="2026-03-23T20:15:38.817" v="0"/>
        <pc:sldMkLst>
          <pc:docMk/>
          <pc:sldMk cId="0" sldId="295"/>
        </pc:sldMkLst>
      </pc:sldChg>
      <pc:sldChg chg="modTransition">
        <pc:chgData name="Eric AUBRUN" userId="4fc61db2-4c88-4eb6-b1fc-02ee2d950335" providerId="ADAL" clId="{ECACAB01-567A-4B1E-A822-9DEDF6CF747D}" dt="2026-03-23T20:15:38.817" v="0"/>
        <pc:sldMkLst>
          <pc:docMk/>
          <pc:sldMk cId="0" sldId="296"/>
        </pc:sldMkLst>
      </pc:sldChg>
      <pc:sldChg chg="modTransition">
        <pc:chgData name="Eric AUBRUN" userId="4fc61db2-4c88-4eb6-b1fc-02ee2d950335" providerId="ADAL" clId="{ECACAB01-567A-4B1E-A822-9DEDF6CF747D}" dt="2026-03-23T20:15:38.817" v="0"/>
        <pc:sldMkLst>
          <pc:docMk/>
          <pc:sldMk cId="0" sldId="297"/>
        </pc:sldMkLst>
      </pc:sldChg>
      <pc:sldChg chg="modTransition">
        <pc:chgData name="Eric AUBRUN" userId="4fc61db2-4c88-4eb6-b1fc-02ee2d950335" providerId="ADAL" clId="{ECACAB01-567A-4B1E-A822-9DEDF6CF747D}" dt="2026-03-23T20:15:38.817" v="0"/>
        <pc:sldMkLst>
          <pc:docMk/>
          <pc:sldMk cId="0" sldId="298"/>
        </pc:sldMkLst>
      </pc:sldChg>
      <pc:sldChg chg="modTransition">
        <pc:chgData name="Eric AUBRUN" userId="4fc61db2-4c88-4eb6-b1fc-02ee2d950335" providerId="ADAL" clId="{ECACAB01-567A-4B1E-A822-9DEDF6CF747D}" dt="2026-03-23T20:15:38.817" v="0"/>
        <pc:sldMkLst>
          <pc:docMk/>
          <pc:sldMk cId="0" sldId="299"/>
        </pc:sldMkLst>
      </pc:sldChg>
      <pc:sldChg chg="modTransition">
        <pc:chgData name="Eric AUBRUN" userId="4fc61db2-4c88-4eb6-b1fc-02ee2d950335" providerId="ADAL" clId="{ECACAB01-567A-4B1E-A822-9DEDF6CF747D}" dt="2026-03-23T20:15:38.817" v="0"/>
        <pc:sldMkLst>
          <pc:docMk/>
          <pc:sldMk cId="0" sldId="300"/>
        </pc:sldMkLst>
      </pc:sldChg>
      <pc:sldChg chg="modTransition">
        <pc:chgData name="Eric AUBRUN" userId="4fc61db2-4c88-4eb6-b1fc-02ee2d950335" providerId="ADAL" clId="{ECACAB01-567A-4B1E-A822-9DEDF6CF747D}" dt="2026-03-23T20:15:38.817" v="0"/>
        <pc:sldMkLst>
          <pc:docMk/>
          <pc:sldMk cId="0" sldId="301"/>
        </pc:sldMkLst>
      </pc:sldChg>
      <pc:sldChg chg="modTransition">
        <pc:chgData name="Eric AUBRUN" userId="4fc61db2-4c88-4eb6-b1fc-02ee2d950335" providerId="ADAL" clId="{ECACAB01-567A-4B1E-A822-9DEDF6CF747D}" dt="2026-03-23T20:15:38.817" v="0"/>
        <pc:sldMkLst>
          <pc:docMk/>
          <pc:sldMk cId="0" sldId="302"/>
        </pc:sldMkLst>
      </pc:sldChg>
      <pc:sldChg chg="modTransition">
        <pc:chgData name="Eric AUBRUN" userId="4fc61db2-4c88-4eb6-b1fc-02ee2d950335" providerId="ADAL" clId="{ECACAB01-567A-4B1E-A822-9DEDF6CF747D}" dt="2026-03-23T20:15:38.817" v="0"/>
        <pc:sldMkLst>
          <pc:docMk/>
          <pc:sldMk cId="0" sldId="303"/>
        </pc:sldMkLst>
      </pc:sldChg>
      <pc:sldChg chg="modTransition">
        <pc:chgData name="Eric AUBRUN" userId="4fc61db2-4c88-4eb6-b1fc-02ee2d950335" providerId="ADAL" clId="{ECACAB01-567A-4B1E-A822-9DEDF6CF747D}" dt="2026-03-23T20:15:38.817" v="0"/>
        <pc:sldMkLst>
          <pc:docMk/>
          <pc:sldMk cId="0" sldId="304"/>
        </pc:sldMkLst>
      </pc:sldChg>
      <pc:sldChg chg="modTransition">
        <pc:chgData name="Eric AUBRUN" userId="4fc61db2-4c88-4eb6-b1fc-02ee2d950335" providerId="ADAL" clId="{ECACAB01-567A-4B1E-A822-9DEDF6CF747D}" dt="2026-03-23T20:15:38.817" v="0"/>
        <pc:sldMkLst>
          <pc:docMk/>
          <pc:sldMk cId="0" sldId="305"/>
        </pc:sldMkLst>
      </pc:sldChg>
      <pc:sldChg chg="modTransition">
        <pc:chgData name="Eric AUBRUN" userId="4fc61db2-4c88-4eb6-b1fc-02ee2d950335" providerId="ADAL" clId="{ECACAB01-567A-4B1E-A822-9DEDF6CF747D}" dt="2026-03-23T20:15:38.817" v="0"/>
        <pc:sldMkLst>
          <pc:docMk/>
          <pc:sldMk cId="0" sldId="306"/>
        </pc:sldMkLst>
      </pc:sldChg>
      <pc:sldChg chg="modTransition">
        <pc:chgData name="Eric AUBRUN" userId="4fc61db2-4c88-4eb6-b1fc-02ee2d950335" providerId="ADAL" clId="{ECACAB01-567A-4B1E-A822-9DEDF6CF747D}" dt="2026-03-23T20:15:38.817" v="0"/>
        <pc:sldMkLst>
          <pc:docMk/>
          <pc:sldMk cId="0" sldId="307"/>
        </pc:sldMkLst>
      </pc:sldChg>
      <pc:sldChg chg="modTransition">
        <pc:chgData name="Eric AUBRUN" userId="4fc61db2-4c88-4eb6-b1fc-02ee2d950335" providerId="ADAL" clId="{ECACAB01-567A-4B1E-A822-9DEDF6CF747D}" dt="2026-03-23T20:15:38.817" v="0"/>
        <pc:sldMkLst>
          <pc:docMk/>
          <pc:sldMk cId="0" sldId="308"/>
        </pc:sldMkLst>
      </pc:sldChg>
      <pc:sldChg chg="modTransition">
        <pc:chgData name="Eric AUBRUN" userId="4fc61db2-4c88-4eb6-b1fc-02ee2d950335" providerId="ADAL" clId="{ECACAB01-567A-4B1E-A822-9DEDF6CF747D}" dt="2026-03-23T20:15:38.817" v="0"/>
        <pc:sldMkLst>
          <pc:docMk/>
          <pc:sldMk cId="0" sldId="309"/>
        </pc:sldMkLst>
      </pc:sldChg>
      <pc:sldChg chg="modTransition">
        <pc:chgData name="Eric AUBRUN" userId="4fc61db2-4c88-4eb6-b1fc-02ee2d950335" providerId="ADAL" clId="{ECACAB01-567A-4B1E-A822-9DEDF6CF747D}" dt="2026-03-23T20:15:38.817" v="0"/>
        <pc:sldMkLst>
          <pc:docMk/>
          <pc:sldMk cId="0" sldId="310"/>
        </pc:sldMkLst>
      </pc:sldChg>
      <pc:sldChg chg="modTransition">
        <pc:chgData name="Eric AUBRUN" userId="4fc61db2-4c88-4eb6-b1fc-02ee2d950335" providerId="ADAL" clId="{ECACAB01-567A-4B1E-A822-9DEDF6CF747D}" dt="2026-03-23T20:15:38.817" v="0"/>
        <pc:sldMkLst>
          <pc:docMk/>
          <pc:sldMk cId="0" sldId="311"/>
        </pc:sldMkLst>
      </pc:sldChg>
      <pc:sldChg chg="modTransition">
        <pc:chgData name="Eric AUBRUN" userId="4fc61db2-4c88-4eb6-b1fc-02ee2d950335" providerId="ADAL" clId="{ECACAB01-567A-4B1E-A822-9DEDF6CF747D}" dt="2026-03-23T20:15:38.817" v="0"/>
        <pc:sldMkLst>
          <pc:docMk/>
          <pc:sldMk cId="0" sldId="312"/>
        </pc:sldMkLst>
      </pc:sldChg>
      <pc:sldChg chg="modTransition">
        <pc:chgData name="Eric AUBRUN" userId="4fc61db2-4c88-4eb6-b1fc-02ee2d950335" providerId="ADAL" clId="{ECACAB01-567A-4B1E-A822-9DEDF6CF747D}" dt="2026-03-23T20:15:38.817" v="0"/>
        <pc:sldMkLst>
          <pc:docMk/>
          <pc:sldMk cId="0" sldId="313"/>
        </pc:sldMkLst>
      </pc:sldChg>
      <pc:sldChg chg="modTransition">
        <pc:chgData name="Eric AUBRUN" userId="4fc61db2-4c88-4eb6-b1fc-02ee2d950335" providerId="ADAL" clId="{ECACAB01-567A-4B1E-A822-9DEDF6CF747D}" dt="2026-03-23T20:15:38.817" v="0"/>
        <pc:sldMkLst>
          <pc:docMk/>
          <pc:sldMk cId="0" sldId="314"/>
        </pc:sldMkLst>
      </pc:sldChg>
      <pc:sldChg chg="modTransition">
        <pc:chgData name="Eric AUBRUN" userId="4fc61db2-4c88-4eb6-b1fc-02ee2d950335" providerId="ADAL" clId="{ECACAB01-567A-4B1E-A822-9DEDF6CF747D}" dt="2026-03-23T20:15:38.817" v="0"/>
        <pc:sldMkLst>
          <pc:docMk/>
          <pc:sldMk cId="0" sldId="315"/>
        </pc:sldMkLst>
      </pc:sldChg>
      <pc:sldChg chg="modTransition">
        <pc:chgData name="Eric AUBRUN" userId="4fc61db2-4c88-4eb6-b1fc-02ee2d950335" providerId="ADAL" clId="{ECACAB01-567A-4B1E-A822-9DEDF6CF747D}" dt="2026-03-23T20:15:38.817" v="0"/>
        <pc:sldMkLst>
          <pc:docMk/>
          <pc:sldMk cId="0" sldId="316"/>
        </pc:sldMkLst>
      </pc:sldChg>
      <pc:sldChg chg="modTransition">
        <pc:chgData name="Eric AUBRUN" userId="4fc61db2-4c88-4eb6-b1fc-02ee2d950335" providerId="ADAL" clId="{ECACAB01-567A-4B1E-A822-9DEDF6CF747D}" dt="2026-03-23T20:15:38.817" v="0"/>
        <pc:sldMkLst>
          <pc:docMk/>
          <pc:sldMk cId="0" sldId="317"/>
        </pc:sldMkLst>
      </pc:sldChg>
      <pc:sldChg chg="modTransition">
        <pc:chgData name="Eric AUBRUN" userId="4fc61db2-4c88-4eb6-b1fc-02ee2d950335" providerId="ADAL" clId="{ECACAB01-567A-4B1E-A822-9DEDF6CF747D}" dt="2026-03-23T20:15:38.817" v="0"/>
        <pc:sldMkLst>
          <pc:docMk/>
          <pc:sldMk cId="0" sldId="318"/>
        </pc:sldMkLst>
      </pc:sldChg>
      <pc:sldChg chg="modTransition">
        <pc:chgData name="Eric AUBRUN" userId="4fc61db2-4c88-4eb6-b1fc-02ee2d950335" providerId="ADAL" clId="{ECACAB01-567A-4B1E-A822-9DEDF6CF747D}" dt="2026-03-23T20:15:38.817" v="0"/>
        <pc:sldMkLst>
          <pc:docMk/>
          <pc:sldMk cId="0" sldId="319"/>
        </pc:sldMkLst>
      </pc:sldChg>
      <pc:sldChg chg="modTransition">
        <pc:chgData name="Eric AUBRUN" userId="4fc61db2-4c88-4eb6-b1fc-02ee2d950335" providerId="ADAL" clId="{ECACAB01-567A-4B1E-A822-9DEDF6CF747D}" dt="2026-03-23T20:15:38.817" v="0"/>
        <pc:sldMkLst>
          <pc:docMk/>
          <pc:sldMk cId="0" sldId="320"/>
        </pc:sldMkLst>
      </pc:sldChg>
      <pc:sldChg chg="modTransition">
        <pc:chgData name="Eric AUBRUN" userId="4fc61db2-4c88-4eb6-b1fc-02ee2d950335" providerId="ADAL" clId="{ECACAB01-567A-4B1E-A822-9DEDF6CF747D}" dt="2026-03-23T20:15:38.817" v="0"/>
        <pc:sldMkLst>
          <pc:docMk/>
          <pc:sldMk cId="0" sldId="321"/>
        </pc:sldMkLst>
      </pc:sldChg>
      <pc:sldChg chg="modTransition">
        <pc:chgData name="Eric AUBRUN" userId="4fc61db2-4c88-4eb6-b1fc-02ee2d950335" providerId="ADAL" clId="{ECACAB01-567A-4B1E-A822-9DEDF6CF747D}" dt="2026-03-23T20:15:38.817" v="0"/>
        <pc:sldMkLst>
          <pc:docMk/>
          <pc:sldMk cId="0" sldId="322"/>
        </pc:sldMkLst>
      </pc:sldChg>
      <pc:sldChg chg="modTransition">
        <pc:chgData name="Eric AUBRUN" userId="4fc61db2-4c88-4eb6-b1fc-02ee2d950335" providerId="ADAL" clId="{ECACAB01-567A-4B1E-A822-9DEDF6CF747D}" dt="2026-03-23T20:15:38.817" v="0"/>
        <pc:sldMkLst>
          <pc:docMk/>
          <pc:sldMk cId="0" sldId="323"/>
        </pc:sldMkLst>
      </pc:sldChg>
      <pc:sldChg chg="modTransition">
        <pc:chgData name="Eric AUBRUN" userId="4fc61db2-4c88-4eb6-b1fc-02ee2d950335" providerId="ADAL" clId="{ECACAB01-567A-4B1E-A822-9DEDF6CF747D}" dt="2026-03-23T20:15:38.817" v="0"/>
        <pc:sldMkLst>
          <pc:docMk/>
          <pc:sldMk cId="0" sldId="324"/>
        </pc:sldMkLst>
      </pc:sldChg>
      <pc:sldChg chg="modTransition">
        <pc:chgData name="Eric AUBRUN" userId="4fc61db2-4c88-4eb6-b1fc-02ee2d950335" providerId="ADAL" clId="{ECACAB01-567A-4B1E-A822-9DEDF6CF747D}" dt="2026-03-23T20:15:38.817" v="0"/>
        <pc:sldMkLst>
          <pc:docMk/>
          <pc:sldMk cId="0" sldId="325"/>
        </pc:sldMkLst>
      </pc:sldChg>
      <pc:sldChg chg="modTransition">
        <pc:chgData name="Eric AUBRUN" userId="4fc61db2-4c88-4eb6-b1fc-02ee2d950335" providerId="ADAL" clId="{ECACAB01-567A-4B1E-A822-9DEDF6CF747D}" dt="2026-03-23T20:15:38.817" v="0"/>
        <pc:sldMkLst>
          <pc:docMk/>
          <pc:sldMk cId="0" sldId="326"/>
        </pc:sldMkLst>
      </pc:sldChg>
      <pc:sldChg chg="modTransition">
        <pc:chgData name="Eric AUBRUN" userId="4fc61db2-4c88-4eb6-b1fc-02ee2d950335" providerId="ADAL" clId="{ECACAB01-567A-4B1E-A822-9DEDF6CF747D}" dt="2026-03-23T20:15:38.817" v="0"/>
        <pc:sldMkLst>
          <pc:docMk/>
          <pc:sldMk cId="0" sldId="327"/>
        </pc:sldMkLst>
      </pc:sldChg>
      <pc:sldChg chg="modTransition">
        <pc:chgData name="Eric AUBRUN" userId="4fc61db2-4c88-4eb6-b1fc-02ee2d950335" providerId="ADAL" clId="{ECACAB01-567A-4B1E-A822-9DEDF6CF747D}" dt="2026-03-23T20:15:38.817" v="0"/>
        <pc:sldMkLst>
          <pc:docMk/>
          <pc:sldMk cId="0" sldId="328"/>
        </pc:sldMkLst>
      </pc:sldChg>
      <pc:sldChg chg="modTransition">
        <pc:chgData name="Eric AUBRUN" userId="4fc61db2-4c88-4eb6-b1fc-02ee2d950335" providerId="ADAL" clId="{ECACAB01-567A-4B1E-A822-9DEDF6CF747D}" dt="2026-03-23T20:15:38.817" v="0"/>
        <pc:sldMkLst>
          <pc:docMk/>
          <pc:sldMk cId="0" sldId="329"/>
        </pc:sldMkLst>
      </pc:sldChg>
      <pc:sldChg chg="modTransition">
        <pc:chgData name="Eric AUBRUN" userId="4fc61db2-4c88-4eb6-b1fc-02ee2d950335" providerId="ADAL" clId="{ECACAB01-567A-4B1E-A822-9DEDF6CF747D}" dt="2026-03-23T20:15:38.817" v="0"/>
        <pc:sldMkLst>
          <pc:docMk/>
          <pc:sldMk cId="0" sldId="330"/>
        </pc:sldMkLst>
      </pc:sldChg>
      <pc:sldChg chg="modTransition">
        <pc:chgData name="Eric AUBRUN" userId="4fc61db2-4c88-4eb6-b1fc-02ee2d950335" providerId="ADAL" clId="{ECACAB01-567A-4B1E-A822-9DEDF6CF747D}" dt="2026-03-23T20:15:38.817" v="0"/>
        <pc:sldMkLst>
          <pc:docMk/>
          <pc:sldMk cId="0" sldId="331"/>
        </pc:sldMkLst>
      </pc:sldChg>
      <pc:sldChg chg="modTransition">
        <pc:chgData name="Eric AUBRUN" userId="4fc61db2-4c88-4eb6-b1fc-02ee2d950335" providerId="ADAL" clId="{ECACAB01-567A-4B1E-A822-9DEDF6CF747D}" dt="2026-03-23T20:15:38.817" v="0"/>
        <pc:sldMkLst>
          <pc:docMk/>
          <pc:sldMk cId="0" sldId="332"/>
        </pc:sldMkLst>
      </pc:sldChg>
      <pc:sldChg chg="modTransition">
        <pc:chgData name="Eric AUBRUN" userId="4fc61db2-4c88-4eb6-b1fc-02ee2d950335" providerId="ADAL" clId="{ECACAB01-567A-4B1E-A822-9DEDF6CF747D}" dt="2026-03-23T20:15:38.817" v="0"/>
        <pc:sldMkLst>
          <pc:docMk/>
          <pc:sldMk cId="0" sldId="333"/>
        </pc:sldMkLst>
      </pc:sldChg>
      <pc:sldChg chg="modTransition">
        <pc:chgData name="Eric AUBRUN" userId="4fc61db2-4c88-4eb6-b1fc-02ee2d950335" providerId="ADAL" clId="{ECACAB01-567A-4B1E-A822-9DEDF6CF747D}" dt="2026-03-23T20:15:38.817" v="0"/>
        <pc:sldMkLst>
          <pc:docMk/>
          <pc:sldMk cId="0" sldId="334"/>
        </pc:sldMkLst>
      </pc:sldChg>
      <pc:sldChg chg="modTransition">
        <pc:chgData name="Eric AUBRUN" userId="4fc61db2-4c88-4eb6-b1fc-02ee2d950335" providerId="ADAL" clId="{ECACAB01-567A-4B1E-A822-9DEDF6CF747D}" dt="2026-03-23T20:15:38.817" v="0"/>
        <pc:sldMkLst>
          <pc:docMk/>
          <pc:sldMk cId="0" sldId="335"/>
        </pc:sldMkLst>
      </pc:sldChg>
      <pc:sldChg chg="modTransition">
        <pc:chgData name="Eric AUBRUN" userId="4fc61db2-4c88-4eb6-b1fc-02ee2d950335" providerId="ADAL" clId="{ECACAB01-567A-4B1E-A822-9DEDF6CF747D}" dt="2026-03-23T20:15:38.817" v="0"/>
        <pc:sldMkLst>
          <pc:docMk/>
          <pc:sldMk cId="0" sldId="336"/>
        </pc:sldMkLst>
      </pc:sldChg>
      <pc:sldChg chg="modTransition">
        <pc:chgData name="Eric AUBRUN" userId="4fc61db2-4c88-4eb6-b1fc-02ee2d950335" providerId="ADAL" clId="{ECACAB01-567A-4B1E-A822-9DEDF6CF747D}" dt="2026-03-23T20:15:38.817" v="0"/>
        <pc:sldMkLst>
          <pc:docMk/>
          <pc:sldMk cId="0" sldId="337"/>
        </pc:sldMkLst>
      </pc:sldChg>
      <pc:sldChg chg="modTransition">
        <pc:chgData name="Eric AUBRUN" userId="4fc61db2-4c88-4eb6-b1fc-02ee2d950335" providerId="ADAL" clId="{ECACAB01-567A-4B1E-A822-9DEDF6CF747D}" dt="2026-03-23T20:15:38.817" v="0"/>
        <pc:sldMkLst>
          <pc:docMk/>
          <pc:sldMk cId="0" sldId="338"/>
        </pc:sldMkLst>
      </pc:sldChg>
      <pc:sldChg chg="modTransition">
        <pc:chgData name="Eric AUBRUN" userId="4fc61db2-4c88-4eb6-b1fc-02ee2d950335" providerId="ADAL" clId="{ECACAB01-567A-4B1E-A822-9DEDF6CF747D}" dt="2026-03-23T20:15:38.817" v="0"/>
        <pc:sldMkLst>
          <pc:docMk/>
          <pc:sldMk cId="0" sldId="339"/>
        </pc:sldMkLst>
      </pc:sldChg>
      <pc:sldChg chg="modTransition">
        <pc:chgData name="Eric AUBRUN" userId="4fc61db2-4c88-4eb6-b1fc-02ee2d950335" providerId="ADAL" clId="{ECACAB01-567A-4B1E-A822-9DEDF6CF747D}" dt="2026-03-23T20:15:38.817" v="0"/>
        <pc:sldMkLst>
          <pc:docMk/>
          <pc:sldMk cId="0" sldId="340"/>
        </pc:sldMkLst>
      </pc:sldChg>
      <pc:sldChg chg="modTransition">
        <pc:chgData name="Eric AUBRUN" userId="4fc61db2-4c88-4eb6-b1fc-02ee2d950335" providerId="ADAL" clId="{ECACAB01-567A-4B1E-A822-9DEDF6CF747D}" dt="2026-03-23T20:15:38.817" v="0"/>
        <pc:sldMkLst>
          <pc:docMk/>
          <pc:sldMk cId="0" sldId="341"/>
        </pc:sldMkLst>
      </pc:sldChg>
      <pc:sldChg chg="modTransition">
        <pc:chgData name="Eric AUBRUN" userId="4fc61db2-4c88-4eb6-b1fc-02ee2d950335" providerId="ADAL" clId="{ECACAB01-567A-4B1E-A822-9DEDF6CF747D}" dt="2026-03-23T20:15:38.817" v="0"/>
        <pc:sldMkLst>
          <pc:docMk/>
          <pc:sldMk cId="0" sldId="342"/>
        </pc:sldMkLst>
      </pc:sldChg>
      <pc:sldChg chg="modTransition">
        <pc:chgData name="Eric AUBRUN" userId="4fc61db2-4c88-4eb6-b1fc-02ee2d950335" providerId="ADAL" clId="{ECACAB01-567A-4B1E-A822-9DEDF6CF747D}" dt="2026-03-23T20:15:38.817" v="0"/>
        <pc:sldMkLst>
          <pc:docMk/>
          <pc:sldMk cId="0" sldId="343"/>
        </pc:sldMkLst>
      </pc:sldChg>
      <pc:sldChg chg="modTransition">
        <pc:chgData name="Eric AUBRUN" userId="4fc61db2-4c88-4eb6-b1fc-02ee2d950335" providerId="ADAL" clId="{ECACAB01-567A-4B1E-A822-9DEDF6CF747D}" dt="2026-03-23T20:15:38.817" v="0"/>
        <pc:sldMkLst>
          <pc:docMk/>
          <pc:sldMk cId="0" sldId="344"/>
        </pc:sldMkLst>
      </pc:sldChg>
      <pc:sldChg chg="modTransition">
        <pc:chgData name="Eric AUBRUN" userId="4fc61db2-4c88-4eb6-b1fc-02ee2d950335" providerId="ADAL" clId="{ECACAB01-567A-4B1E-A822-9DEDF6CF747D}" dt="2026-03-23T20:15:38.817" v="0"/>
        <pc:sldMkLst>
          <pc:docMk/>
          <pc:sldMk cId="0" sldId="345"/>
        </pc:sldMkLst>
      </pc:sldChg>
      <pc:sldChg chg="modTransition">
        <pc:chgData name="Eric AUBRUN" userId="4fc61db2-4c88-4eb6-b1fc-02ee2d950335" providerId="ADAL" clId="{ECACAB01-567A-4B1E-A822-9DEDF6CF747D}" dt="2026-03-23T20:15:38.817" v="0"/>
        <pc:sldMkLst>
          <pc:docMk/>
          <pc:sldMk cId="0" sldId="346"/>
        </pc:sldMkLst>
      </pc:sldChg>
      <pc:sldChg chg="modTransition">
        <pc:chgData name="Eric AUBRUN" userId="4fc61db2-4c88-4eb6-b1fc-02ee2d950335" providerId="ADAL" clId="{ECACAB01-567A-4B1E-A822-9DEDF6CF747D}" dt="2026-03-23T20:15:38.817" v="0"/>
        <pc:sldMkLst>
          <pc:docMk/>
          <pc:sldMk cId="0" sldId="347"/>
        </pc:sldMkLst>
      </pc:sldChg>
      <pc:sldChg chg="modTransition">
        <pc:chgData name="Eric AUBRUN" userId="4fc61db2-4c88-4eb6-b1fc-02ee2d950335" providerId="ADAL" clId="{ECACAB01-567A-4B1E-A822-9DEDF6CF747D}" dt="2026-03-23T20:15:38.817" v="0"/>
        <pc:sldMkLst>
          <pc:docMk/>
          <pc:sldMk cId="0" sldId="348"/>
        </pc:sldMkLst>
      </pc:sldChg>
      <pc:sldChg chg="modTransition">
        <pc:chgData name="Eric AUBRUN" userId="4fc61db2-4c88-4eb6-b1fc-02ee2d950335" providerId="ADAL" clId="{ECACAB01-567A-4B1E-A822-9DEDF6CF747D}" dt="2026-03-23T20:15:38.817" v="0"/>
        <pc:sldMkLst>
          <pc:docMk/>
          <pc:sldMk cId="0" sldId="349"/>
        </pc:sldMkLst>
      </pc:sldChg>
      <pc:sldChg chg="modTransition">
        <pc:chgData name="Eric AUBRUN" userId="4fc61db2-4c88-4eb6-b1fc-02ee2d950335" providerId="ADAL" clId="{ECACAB01-567A-4B1E-A822-9DEDF6CF747D}" dt="2026-03-23T20:15:38.817" v="0"/>
        <pc:sldMkLst>
          <pc:docMk/>
          <pc:sldMk cId="0" sldId="350"/>
        </pc:sldMkLst>
      </pc:sldChg>
      <pc:sldChg chg="modTransition">
        <pc:chgData name="Eric AUBRUN" userId="4fc61db2-4c88-4eb6-b1fc-02ee2d950335" providerId="ADAL" clId="{ECACAB01-567A-4B1E-A822-9DEDF6CF747D}" dt="2026-03-23T20:15:38.817" v="0"/>
        <pc:sldMkLst>
          <pc:docMk/>
          <pc:sldMk cId="0" sldId="351"/>
        </pc:sldMkLst>
      </pc:sldChg>
      <pc:sldChg chg="modTransition">
        <pc:chgData name="Eric AUBRUN" userId="4fc61db2-4c88-4eb6-b1fc-02ee2d950335" providerId="ADAL" clId="{ECACAB01-567A-4B1E-A822-9DEDF6CF747D}" dt="2026-03-23T20:15:38.817" v="0"/>
        <pc:sldMkLst>
          <pc:docMk/>
          <pc:sldMk cId="0" sldId="352"/>
        </pc:sldMkLst>
      </pc:sldChg>
      <pc:sldChg chg="modTransition">
        <pc:chgData name="Eric AUBRUN" userId="4fc61db2-4c88-4eb6-b1fc-02ee2d950335" providerId="ADAL" clId="{ECACAB01-567A-4B1E-A822-9DEDF6CF747D}" dt="2026-03-23T20:15:38.817" v="0"/>
        <pc:sldMkLst>
          <pc:docMk/>
          <pc:sldMk cId="0" sldId="353"/>
        </pc:sldMkLst>
      </pc:sldChg>
      <pc:sldChg chg="modTransition">
        <pc:chgData name="Eric AUBRUN" userId="4fc61db2-4c88-4eb6-b1fc-02ee2d950335" providerId="ADAL" clId="{ECACAB01-567A-4B1E-A822-9DEDF6CF747D}" dt="2026-03-23T20:15:38.817" v="0"/>
        <pc:sldMkLst>
          <pc:docMk/>
          <pc:sldMk cId="0" sldId="354"/>
        </pc:sldMkLst>
      </pc:sldChg>
      <pc:sldChg chg="modTransition">
        <pc:chgData name="Eric AUBRUN" userId="4fc61db2-4c88-4eb6-b1fc-02ee2d950335" providerId="ADAL" clId="{ECACAB01-567A-4B1E-A822-9DEDF6CF747D}" dt="2026-03-23T20:15:38.817" v="0"/>
        <pc:sldMkLst>
          <pc:docMk/>
          <pc:sldMk cId="0" sldId="355"/>
        </pc:sldMkLst>
      </pc:sldChg>
      <pc:sldChg chg="modTransition">
        <pc:chgData name="Eric AUBRUN" userId="4fc61db2-4c88-4eb6-b1fc-02ee2d950335" providerId="ADAL" clId="{ECACAB01-567A-4B1E-A822-9DEDF6CF747D}" dt="2026-03-23T20:15:38.817" v="0"/>
        <pc:sldMkLst>
          <pc:docMk/>
          <pc:sldMk cId="0" sldId="356"/>
        </pc:sldMkLst>
      </pc:sldChg>
      <pc:sldChg chg="modTransition">
        <pc:chgData name="Eric AUBRUN" userId="4fc61db2-4c88-4eb6-b1fc-02ee2d950335" providerId="ADAL" clId="{ECACAB01-567A-4B1E-A822-9DEDF6CF747D}" dt="2026-03-23T20:15:38.817" v="0"/>
        <pc:sldMkLst>
          <pc:docMk/>
          <pc:sldMk cId="0" sldId="357"/>
        </pc:sldMkLst>
      </pc:sldChg>
      <pc:sldChg chg="modTransition">
        <pc:chgData name="Eric AUBRUN" userId="4fc61db2-4c88-4eb6-b1fc-02ee2d950335" providerId="ADAL" clId="{ECACAB01-567A-4B1E-A822-9DEDF6CF747D}" dt="2026-03-23T20:15:38.817" v="0"/>
        <pc:sldMkLst>
          <pc:docMk/>
          <pc:sldMk cId="0" sldId="358"/>
        </pc:sldMkLst>
      </pc:sldChg>
      <pc:sldChg chg="modTransition">
        <pc:chgData name="Eric AUBRUN" userId="4fc61db2-4c88-4eb6-b1fc-02ee2d950335" providerId="ADAL" clId="{ECACAB01-567A-4B1E-A822-9DEDF6CF747D}" dt="2026-03-23T20:15:38.817" v="0"/>
        <pc:sldMkLst>
          <pc:docMk/>
          <pc:sldMk cId="0" sldId="359"/>
        </pc:sldMkLst>
      </pc:sldChg>
      <pc:sldChg chg="modTransition">
        <pc:chgData name="Eric AUBRUN" userId="4fc61db2-4c88-4eb6-b1fc-02ee2d950335" providerId="ADAL" clId="{ECACAB01-567A-4B1E-A822-9DEDF6CF747D}" dt="2026-03-23T20:15:38.817" v="0"/>
        <pc:sldMkLst>
          <pc:docMk/>
          <pc:sldMk cId="0" sldId="360"/>
        </pc:sldMkLst>
      </pc:sldChg>
      <pc:sldChg chg="modTransition">
        <pc:chgData name="Eric AUBRUN" userId="4fc61db2-4c88-4eb6-b1fc-02ee2d950335" providerId="ADAL" clId="{ECACAB01-567A-4B1E-A822-9DEDF6CF747D}" dt="2026-03-23T20:15:38.817" v="0"/>
        <pc:sldMkLst>
          <pc:docMk/>
          <pc:sldMk cId="0" sldId="361"/>
        </pc:sldMkLst>
      </pc:sldChg>
      <pc:sldChg chg="modTransition">
        <pc:chgData name="Eric AUBRUN" userId="4fc61db2-4c88-4eb6-b1fc-02ee2d950335" providerId="ADAL" clId="{ECACAB01-567A-4B1E-A822-9DEDF6CF747D}" dt="2026-03-23T20:15:38.817" v="0"/>
        <pc:sldMkLst>
          <pc:docMk/>
          <pc:sldMk cId="0" sldId="362"/>
        </pc:sldMkLst>
      </pc:sldChg>
      <pc:sldChg chg="modTransition">
        <pc:chgData name="Eric AUBRUN" userId="4fc61db2-4c88-4eb6-b1fc-02ee2d950335" providerId="ADAL" clId="{ECACAB01-567A-4B1E-A822-9DEDF6CF747D}" dt="2026-03-23T20:15:38.817" v="0"/>
        <pc:sldMkLst>
          <pc:docMk/>
          <pc:sldMk cId="0" sldId="363"/>
        </pc:sldMkLst>
      </pc:sldChg>
      <pc:sldChg chg="modTransition">
        <pc:chgData name="Eric AUBRUN" userId="4fc61db2-4c88-4eb6-b1fc-02ee2d950335" providerId="ADAL" clId="{ECACAB01-567A-4B1E-A822-9DEDF6CF747D}" dt="2026-03-23T20:15:38.817" v="0"/>
        <pc:sldMkLst>
          <pc:docMk/>
          <pc:sldMk cId="0" sldId="364"/>
        </pc:sldMkLst>
      </pc:sldChg>
      <pc:sldChg chg="modTransition">
        <pc:chgData name="Eric AUBRUN" userId="4fc61db2-4c88-4eb6-b1fc-02ee2d950335" providerId="ADAL" clId="{ECACAB01-567A-4B1E-A822-9DEDF6CF747D}" dt="2026-03-23T20:15:38.817" v="0"/>
        <pc:sldMkLst>
          <pc:docMk/>
          <pc:sldMk cId="0" sldId="365"/>
        </pc:sldMkLst>
      </pc:sldChg>
      <pc:sldChg chg="modTransition">
        <pc:chgData name="Eric AUBRUN" userId="4fc61db2-4c88-4eb6-b1fc-02ee2d950335" providerId="ADAL" clId="{ECACAB01-567A-4B1E-A822-9DEDF6CF747D}" dt="2026-03-23T20:15:38.817" v="0"/>
        <pc:sldMkLst>
          <pc:docMk/>
          <pc:sldMk cId="0" sldId="366"/>
        </pc:sldMkLst>
      </pc:sldChg>
      <pc:sldChg chg="modTransition">
        <pc:chgData name="Eric AUBRUN" userId="4fc61db2-4c88-4eb6-b1fc-02ee2d950335" providerId="ADAL" clId="{ECACAB01-567A-4B1E-A822-9DEDF6CF747D}" dt="2026-03-23T20:15:38.817" v="0"/>
        <pc:sldMkLst>
          <pc:docMk/>
          <pc:sldMk cId="0" sldId="367"/>
        </pc:sldMkLst>
      </pc:sldChg>
      <pc:sldChg chg="modTransition">
        <pc:chgData name="Eric AUBRUN" userId="4fc61db2-4c88-4eb6-b1fc-02ee2d950335" providerId="ADAL" clId="{ECACAB01-567A-4B1E-A822-9DEDF6CF747D}" dt="2026-03-23T20:15:38.817" v="0"/>
        <pc:sldMkLst>
          <pc:docMk/>
          <pc:sldMk cId="0" sldId="368"/>
        </pc:sldMkLst>
      </pc:sldChg>
      <pc:sldChg chg="modTransition">
        <pc:chgData name="Eric AUBRUN" userId="4fc61db2-4c88-4eb6-b1fc-02ee2d950335" providerId="ADAL" clId="{ECACAB01-567A-4B1E-A822-9DEDF6CF747D}" dt="2026-03-23T20:15:38.817" v="0"/>
        <pc:sldMkLst>
          <pc:docMk/>
          <pc:sldMk cId="0" sldId="369"/>
        </pc:sldMkLst>
      </pc:sldChg>
      <pc:sldChg chg="modTransition">
        <pc:chgData name="Eric AUBRUN" userId="4fc61db2-4c88-4eb6-b1fc-02ee2d950335" providerId="ADAL" clId="{ECACAB01-567A-4B1E-A822-9DEDF6CF747D}" dt="2026-03-23T20:15:38.817" v="0"/>
        <pc:sldMkLst>
          <pc:docMk/>
          <pc:sldMk cId="0" sldId="370"/>
        </pc:sldMkLst>
      </pc:sldChg>
      <pc:sldChg chg="modTransition">
        <pc:chgData name="Eric AUBRUN" userId="4fc61db2-4c88-4eb6-b1fc-02ee2d950335" providerId="ADAL" clId="{ECACAB01-567A-4B1E-A822-9DEDF6CF747D}" dt="2026-03-23T20:15:38.817" v="0"/>
        <pc:sldMkLst>
          <pc:docMk/>
          <pc:sldMk cId="0" sldId="371"/>
        </pc:sldMkLst>
      </pc:sldChg>
      <pc:sldChg chg="modTransition">
        <pc:chgData name="Eric AUBRUN" userId="4fc61db2-4c88-4eb6-b1fc-02ee2d950335" providerId="ADAL" clId="{ECACAB01-567A-4B1E-A822-9DEDF6CF747D}" dt="2026-03-23T20:15:38.817" v="0"/>
        <pc:sldMkLst>
          <pc:docMk/>
          <pc:sldMk cId="0" sldId="372"/>
        </pc:sldMkLst>
      </pc:sldChg>
      <pc:sldChg chg="modTransition">
        <pc:chgData name="Eric AUBRUN" userId="4fc61db2-4c88-4eb6-b1fc-02ee2d950335" providerId="ADAL" clId="{ECACAB01-567A-4B1E-A822-9DEDF6CF747D}" dt="2026-03-23T20:15:38.817" v="0"/>
        <pc:sldMkLst>
          <pc:docMk/>
          <pc:sldMk cId="0" sldId="373"/>
        </pc:sldMkLst>
      </pc:sldChg>
      <pc:sldChg chg="modTransition">
        <pc:chgData name="Eric AUBRUN" userId="4fc61db2-4c88-4eb6-b1fc-02ee2d950335" providerId="ADAL" clId="{ECACAB01-567A-4B1E-A822-9DEDF6CF747D}" dt="2026-03-23T20:15:38.817" v="0"/>
        <pc:sldMkLst>
          <pc:docMk/>
          <pc:sldMk cId="0" sldId="374"/>
        </pc:sldMkLst>
      </pc:sldChg>
      <pc:sldChg chg="modTransition">
        <pc:chgData name="Eric AUBRUN" userId="4fc61db2-4c88-4eb6-b1fc-02ee2d950335" providerId="ADAL" clId="{ECACAB01-567A-4B1E-A822-9DEDF6CF747D}" dt="2026-03-23T20:15:38.817" v="0"/>
        <pc:sldMkLst>
          <pc:docMk/>
          <pc:sldMk cId="0" sldId="375"/>
        </pc:sldMkLst>
      </pc:sldChg>
      <pc:sldChg chg="modTransition">
        <pc:chgData name="Eric AUBRUN" userId="4fc61db2-4c88-4eb6-b1fc-02ee2d950335" providerId="ADAL" clId="{ECACAB01-567A-4B1E-A822-9DEDF6CF747D}" dt="2026-03-23T20:15:38.817" v="0"/>
        <pc:sldMkLst>
          <pc:docMk/>
          <pc:sldMk cId="0" sldId="376"/>
        </pc:sldMkLst>
      </pc:sldChg>
      <pc:sldChg chg="modTransition">
        <pc:chgData name="Eric AUBRUN" userId="4fc61db2-4c88-4eb6-b1fc-02ee2d950335" providerId="ADAL" clId="{ECACAB01-567A-4B1E-A822-9DEDF6CF747D}" dt="2026-03-23T20:15:38.817" v="0"/>
        <pc:sldMkLst>
          <pc:docMk/>
          <pc:sldMk cId="0" sldId="377"/>
        </pc:sldMkLst>
      </pc:sldChg>
      <pc:sldChg chg="modTransition">
        <pc:chgData name="Eric AUBRUN" userId="4fc61db2-4c88-4eb6-b1fc-02ee2d950335" providerId="ADAL" clId="{ECACAB01-567A-4B1E-A822-9DEDF6CF747D}" dt="2026-03-23T20:15:38.817" v="0"/>
        <pc:sldMkLst>
          <pc:docMk/>
          <pc:sldMk cId="0" sldId="378"/>
        </pc:sldMkLst>
      </pc:sldChg>
      <pc:sldChg chg="modTransition">
        <pc:chgData name="Eric AUBRUN" userId="4fc61db2-4c88-4eb6-b1fc-02ee2d950335" providerId="ADAL" clId="{ECACAB01-567A-4B1E-A822-9DEDF6CF747D}" dt="2026-03-23T20:15:38.817" v="0"/>
        <pc:sldMkLst>
          <pc:docMk/>
          <pc:sldMk cId="0" sldId="379"/>
        </pc:sldMkLst>
      </pc:sldChg>
      <pc:sldChg chg="modTransition">
        <pc:chgData name="Eric AUBRUN" userId="4fc61db2-4c88-4eb6-b1fc-02ee2d950335" providerId="ADAL" clId="{ECACAB01-567A-4B1E-A822-9DEDF6CF747D}" dt="2026-03-23T20:15:38.817" v="0"/>
        <pc:sldMkLst>
          <pc:docMk/>
          <pc:sldMk cId="0" sldId="380"/>
        </pc:sldMkLst>
      </pc:sldChg>
      <pc:sldChg chg="modTransition">
        <pc:chgData name="Eric AUBRUN" userId="4fc61db2-4c88-4eb6-b1fc-02ee2d950335" providerId="ADAL" clId="{ECACAB01-567A-4B1E-A822-9DEDF6CF747D}" dt="2026-03-23T20:15:38.817" v="0"/>
        <pc:sldMkLst>
          <pc:docMk/>
          <pc:sldMk cId="0" sldId="381"/>
        </pc:sldMkLst>
      </pc:sldChg>
      <pc:sldChg chg="modTransition">
        <pc:chgData name="Eric AUBRUN" userId="4fc61db2-4c88-4eb6-b1fc-02ee2d950335" providerId="ADAL" clId="{ECACAB01-567A-4B1E-A822-9DEDF6CF747D}" dt="2026-03-23T20:15:38.817" v="0"/>
        <pc:sldMkLst>
          <pc:docMk/>
          <pc:sldMk cId="0" sldId="382"/>
        </pc:sldMkLst>
      </pc:sldChg>
      <pc:sldChg chg="modTransition">
        <pc:chgData name="Eric AUBRUN" userId="4fc61db2-4c88-4eb6-b1fc-02ee2d950335" providerId="ADAL" clId="{ECACAB01-567A-4B1E-A822-9DEDF6CF747D}" dt="2026-03-23T20:15:38.817" v="0"/>
        <pc:sldMkLst>
          <pc:docMk/>
          <pc:sldMk cId="0" sldId="383"/>
        </pc:sldMkLst>
      </pc:sldChg>
      <pc:sldChg chg="modTransition">
        <pc:chgData name="Eric AUBRUN" userId="4fc61db2-4c88-4eb6-b1fc-02ee2d950335" providerId="ADAL" clId="{ECACAB01-567A-4B1E-A822-9DEDF6CF747D}" dt="2026-03-23T20:15:38.817" v="0"/>
        <pc:sldMkLst>
          <pc:docMk/>
          <pc:sldMk cId="0" sldId="384"/>
        </pc:sldMkLst>
      </pc:sldChg>
      <pc:sldChg chg="modTransition">
        <pc:chgData name="Eric AUBRUN" userId="4fc61db2-4c88-4eb6-b1fc-02ee2d950335" providerId="ADAL" clId="{ECACAB01-567A-4B1E-A822-9DEDF6CF747D}" dt="2026-03-23T20:15:38.817" v="0"/>
        <pc:sldMkLst>
          <pc:docMk/>
          <pc:sldMk cId="0" sldId="385"/>
        </pc:sldMkLst>
      </pc:sldChg>
      <pc:sldChg chg="modTransition">
        <pc:chgData name="Eric AUBRUN" userId="4fc61db2-4c88-4eb6-b1fc-02ee2d950335" providerId="ADAL" clId="{ECACAB01-567A-4B1E-A822-9DEDF6CF747D}" dt="2026-03-23T20:15:38.817" v="0"/>
        <pc:sldMkLst>
          <pc:docMk/>
          <pc:sldMk cId="0" sldId="386"/>
        </pc:sldMkLst>
      </pc:sldChg>
      <pc:sldChg chg="modTransition">
        <pc:chgData name="Eric AUBRUN" userId="4fc61db2-4c88-4eb6-b1fc-02ee2d950335" providerId="ADAL" clId="{ECACAB01-567A-4B1E-A822-9DEDF6CF747D}" dt="2026-03-23T20:15:38.817" v="0"/>
        <pc:sldMkLst>
          <pc:docMk/>
          <pc:sldMk cId="0" sldId="387"/>
        </pc:sldMkLst>
      </pc:sldChg>
      <pc:sldChg chg="modTransition">
        <pc:chgData name="Eric AUBRUN" userId="4fc61db2-4c88-4eb6-b1fc-02ee2d950335" providerId="ADAL" clId="{ECACAB01-567A-4B1E-A822-9DEDF6CF747D}" dt="2026-03-23T20:15:38.817" v="0"/>
        <pc:sldMkLst>
          <pc:docMk/>
          <pc:sldMk cId="0" sldId="388"/>
        </pc:sldMkLst>
      </pc:sldChg>
      <pc:sldChg chg="modTransition">
        <pc:chgData name="Eric AUBRUN" userId="4fc61db2-4c88-4eb6-b1fc-02ee2d950335" providerId="ADAL" clId="{ECACAB01-567A-4B1E-A822-9DEDF6CF747D}" dt="2026-03-23T20:15:38.817" v="0"/>
        <pc:sldMkLst>
          <pc:docMk/>
          <pc:sldMk cId="0" sldId="389"/>
        </pc:sldMkLst>
      </pc:sldChg>
      <pc:sldChg chg="modTransition">
        <pc:chgData name="Eric AUBRUN" userId="4fc61db2-4c88-4eb6-b1fc-02ee2d950335" providerId="ADAL" clId="{ECACAB01-567A-4B1E-A822-9DEDF6CF747D}" dt="2026-03-23T20:15:38.817" v="0"/>
        <pc:sldMkLst>
          <pc:docMk/>
          <pc:sldMk cId="0" sldId="390"/>
        </pc:sldMkLst>
      </pc:sldChg>
      <pc:sldChg chg="modTransition">
        <pc:chgData name="Eric AUBRUN" userId="4fc61db2-4c88-4eb6-b1fc-02ee2d950335" providerId="ADAL" clId="{ECACAB01-567A-4B1E-A822-9DEDF6CF747D}" dt="2026-03-23T20:15:38.817" v="0"/>
        <pc:sldMkLst>
          <pc:docMk/>
          <pc:sldMk cId="0" sldId="391"/>
        </pc:sldMkLst>
      </pc:sldChg>
      <pc:sldChg chg="modTransition">
        <pc:chgData name="Eric AUBRUN" userId="4fc61db2-4c88-4eb6-b1fc-02ee2d950335" providerId="ADAL" clId="{ECACAB01-567A-4B1E-A822-9DEDF6CF747D}" dt="2026-03-23T20:15:38.817" v="0"/>
        <pc:sldMkLst>
          <pc:docMk/>
          <pc:sldMk cId="0" sldId="392"/>
        </pc:sldMkLst>
      </pc:sldChg>
      <pc:sldChg chg="modTransition">
        <pc:chgData name="Eric AUBRUN" userId="4fc61db2-4c88-4eb6-b1fc-02ee2d950335" providerId="ADAL" clId="{ECACAB01-567A-4B1E-A822-9DEDF6CF747D}" dt="2026-03-23T20:15:38.817" v="0"/>
        <pc:sldMkLst>
          <pc:docMk/>
          <pc:sldMk cId="0" sldId="393"/>
        </pc:sldMkLst>
      </pc:sldChg>
      <pc:sldChg chg="modTransition">
        <pc:chgData name="Eric AUBRUN" userId="4fc61db2-4c88-4eb6-b1fc-02ee2d950335" providerId="ADAL" clId="{ECACAB01-567A-4B1E-A822-9DEDF6CF747D}" dt="2026-03-23T20:15:38.817" v="0"/>
        <pc:sldMkLst>
          <pc:docMk/>
          <pc:sldMk cId="0" sldId="394"/>
        </pc:sldMkLst>
      </pc:sldChg>
      <pc:sldChg chg="modTransition">
        <pc:chgData name="Eric AUBRUN" userId="4fc61db2-4c88-4eb6-b1fc-02ee2d950335" providerId="ADAL" clId="{ECACAB01-567A-4B1E-A822-9DEDF6CF747D}" dt="2026-03-23T20:15:38.817" v="0"/>
        <pc:sldMkLst>
          <pc:docMk/>
          <pc:sldMk cId="0" sldId="395"/>
        </pc:sldMkLst>
      </pc:sldChg>
      <pc:sldChg chg="modTransition">
        <pc:chgData name="Eric AUBRUN" userId="4fc61db2-4c88-4eb6-b1fc-02ee2d950335" providerId="ADAL" clId="{ECACAB01-567A-4B1E-A822-9DEDF6CF747D}" dt="2026-03-23T20:15:38.817" v="0"/>
        <pc:sldMkLst>
          <pc:docMk/>
          <pc:sldMk cId="0" sldId="396"/>
        </pc:sldMkLst>
      </pc:sldChg>
      <pc:sldChg chg="modTransition">
        <pc:chgData name="Eric AUBRUN" userId="4fc61db2-4c88-4eb6-b1fc-02ee2d950335" providerId="ADAL" clId="{ECACAB01-567A-4B1E-A822-9DEDF6CF747D}" dt="2026-03-23T20:15:38.817" v="0"/>
        <pc:sldMkLst>
          <pc:docMk/>
          <pc:sldMk cId="0" sldId="397"/>
        </pc:sldMkLst>
      </pc:sldChg>
      <pc:sldChg chg="modTransition">
        <pc:chgData name="Eric AUBRUN" userId="4fc61db2-4c88-4eb6-b1fc-02ee2d950335" providerId="ADAL" clId="{ECACAB01-567A-4B1E-A822-9DEDF6CF747D}" dt="2026-03-23T20:15:38.817" v="0"/>
        <pc:sldMkLst>
          <pc:docMk/>
          <pc:sldMk cId="0" sldId="398"/>
        </pc:sldMkLst>
      </pc:sldChg>
      <pc:sldChg chg="modTransition">
        <pc:chgData name="Eric AUBRUN" userId="4fc61db2-4c88-4eb6-b1fc-02ee2d950335" providerId="ADAL" clId="{ECACAB01-567A-4B1E-A822-9DEDF6CF747D}" dt="2026-03-23T20:15:38.817" v="0"/>
        <pc:sldMkLst>
          <pc:docMk/>
          <pc:sldMk cId="0" sldId="399"/>
        </pc:sldMkLst>
      </pc:sldChg>
      <pc:sldChg chg="modTransition">
        <pc:chgData name="Eric AUBRUN" userId="4fc61db2-4c88-4eb6-b1fc-02ee2d950335" providerId="ADAL" clId="{ECACAB01-567A-4B1E-A822-9DEDF6CF747D}" dt="2026-03-23T20:15:38.817" v="0"/>
        <pc:sldMkLst>
          <pc:docMk/>
          <pc:sldMk cId="0" sldId="400"/>
        </pc:sldMkLst>
      </pc:sldChg>
      <pc:sldChg chg="modTransition">
        <pc:chgData name="Eric AUBRUN" userId="4fc61db2-4c88-4eb6-b1fc-02ee2d950335" providerId="ADAL" clId="{ECACAB01-567A-4B1E-A822-9DEDF6CF747D}" dt="2026-03-23T20:15:38.817" v="0"/>
        <pc:sldMkLst>
          <pc:docMk/>
          <pc:sldMk cId="0" sldId="401"/>
        </pc:sldMkLst>
      </pc:sldChg>
      <pc:sldChg chg="modTransition">
        <pc:chgData name="Eric AUBRUN" userId="4fc61db2-4c88-4eb6-b1fc-02ee2d950335" providerId="ADAL" clId="{ECACAB01-567A-4B1E-A822-9DEDF6CF747D}" dt="2026-03-23T20:15:38.817" v="0"/>
        <pc:sldMkLst>
          <pc:docMk/>
          <pc:sldMk cId="0" sldId="402"/>
        </pc:sldMkLst>
      </pc:sldChg>
      <pc:sldChg chg="modTransition">
        <pc:chgData name="Eric AUBRUN" userId="4fc61db2-4c88-4eb6-b1fc-02ee2d950335" providerId="ADAL" clId="{ECACAB01-567A-4B1E-A822-9DEDF6CF747D}" dt="2026-03-23T20:15:38.817" v="0"/>
        <pc:sldMkLst>
          <pc:docMk/>
          <pc:sldMk cId="0" sldId="403"/>
        </pc:sldMkLst>
      </pc:sldChg>
      <pc:sldChg chg="modTransition">
        <pc:chgData name="Eric AUBRUN" userId="4fc61db2-4c88-4eb6-b1fc-02ee2d950335" providerId="ADAL" clId="{ECACAB01-567A-4B1E-A822-9DEDF6CF747D}" dt="2026-03-23T20:15:38.817" v="0"/>
        <pc:sldMkLst>
          <pc:docMk/>
          <pc:sldMk cId="0" sldId="404"/>
        </pc:sldMkLst>
      </pc:sldChg>
      <pc:sldChg chg="modTransition">
        <pc:chgData name="Eric AUBRUN" userId="4fc61db2-4c88-4eb6-b1fc-02ee2d950335" providerId="ADAL" clId="{ECACAB01-567A-4B1E-A822-9DEDF6CF747D}" dt="2026-03-23T20:15:38.817" v="0"/>
        <pc:sldMkLst>
          <pc:docMk/>
          <pc:sldMk cId="0" sldId="405"/>
        </pc:sldMkLst>
      </pc:sldChg>
      <pc:sldChg chg="modTransition">
        <pc:chgData name="Eric AUBRUN" userId="4fc61db2-4c88-4eb6-b1fc-02ee2d950335" providerId="ADAL" clId="{ECACAB01-567A-4B1E-A822-9DEDF6CF747D}" dt="2026-03-23T20:15:38.817" v="0"/>
        <pc:sldMkLst>
          <pc:docMk/>
          <pc:sldMk cId="0" sldId="406"/>
        </pc:sldMkLst>
      </pc:sldChg>
      <pc:sldChg chg="modTransition">
        <pc:chgData name="Eric AUBRUN" userId="4fc61db2-4c88-4eb6-b1fc-02ee2d950335" providerId="ADAL" clId="{ECACAB01-567A-4B1E-A822-9DEDF6CF747D}" dt="2026-03-23T20:15:38.817" v="0"/>
        <pc:sldMkLst>
          <pc:docMk/>
          <pc:sldMk cId="0" sldId="407"/>
        </pc:sldMkLst>
      </pc:sldChg>
      <pc:sldChg chg="modTransition">
        <pc:chgData name="Eric AUBRUN" userId="4fc61db2-4c88-4eb6-b1fc-02ee2d950335" providerId="ADAL" clId="{ECACAB01-567A-4B1E-A822-9DEDF6CF747D}" dt="2026-03-23T20:15:38.817" v="0"/>
        <pc:sldMkLst>
          <pc:docMk/>
          <pc:sldMk cId="0" sldId="408"/>
        </pc:sldMkLst>
      </pc:sldChg>
      <pc:sldChg chg="modTransition">
        <pc:chgData name="Eric AUBRUN" userId="4fc61db2-4c88-4eb6-b1fc-02ee2d950335" providerId="ADAL" clId="{ECACAB01-567A-4B1E-A822-9DEDF6CF747D}" dt="2026-03-23T20:15:38.817" v="0"/>
        <pc:sldMkLst>
          <pc:docMk/>
          <pc:sldMk cId="0" sldId="409"/>
        </pc:sldMkLst>
      </pc:sldChg>
      <pc:sldChg chg="modTransition">
        <pc:chgData name="Eric AUBRUN" userId="4fc61db2-4c88-4eb6-b1fc-02ee2d950335" providerId="ADAL" clId="{ECACAB01-567A-4B1E-A822-9DEDF6CF747D}" dt="2026-03-23T20:15:38.817" v="0"/>
        <pc:sldMkLst>
          <pc:docMk/>
          <pc:sldMk cId="0" sldId="410"/>
        </pc:sldMkLst>
      </pc:sldChg>
      <pc:sldChg chg="modTransition">
        <pc:chgData name="Eric AUBRUN" userId="4fc61db2-4c88-4eb6-b1fc-02ee2d950335" providerId="ADAL" clId="{ECACAB01-567A-4B1E-A822-9DEDF6CF747D}" dt="2026-03-23T20:15:38.817" v="0"/>
        <pc:sldMkLst>
          <pc:docMk/>
          <pc:sldMk cId="0" sldId="411"/>
        </pc:sldMkLst>
      </pc:sldChg>
      <pc:sldChg chg="modTransition">
        <pc:chgData name="Eric AUBRUN" userId="4fc61db2-4c88-4eb6-b1fc-02ee2d950335" providerId="ADAL" clId="{ECACAB01-567A-4B1E-A822-9DEDF6CF747D}" dt="2026-03-23T20:15:38.817" v="0"/>
        <pc:sldMkLst>
          <pc:docMk/>
          <pc:sldMk cId="0" sldId="412"/>
        </pc:sldMkLst>
      </pc:sldChg>
      <pc:sldChg chg="modTransition">
        <pc:chgData name="Eric AUBRUN" userId="4fc61db2-4c88-4eb6-b1fc-02ee2d950335" providerId="ADAL" clId="{ECACAB01-567A-4B1E-A822-9DEDF6CF747D}" dt="2026-03-23T20:15:38.817" v="0"/>
        <pc:sldMkLst>
          <pc:docMk/>
          <pc:sldMk cId="0" sldId="413"/>
        </pc:sldMkLst>
      </pc:sldChg>
      <pc:sldChg chg="modTransition">
        <pc:chgData name="Eric AUBRUN" userId="4fc61db2-4c88-4eb6-b1fc-02ee2d950335" providerId="ADAL" clId="{ECACAB01-567A-4B1E-A822-9DEDF6CF747D}" dt="2026-03-23T20:15:38.817" v="0"/>
        <pc:sldMkLst>
          <pc:docMk/>
          <pc:sldMk cId="0" sldId="414"/>
        </pc:sldMkLst>
      </pc:sldChg>
      <pc:sldChg chg="modTransition">
        <pc:chgData name="Eric AUBRUN" userId="4fc61db2-4c88-4eb6-b1fc-02ee2d950335" providerId="ADAL" clId="{ECACAB01-567A-4B1E-A822-9DEDF6CF747D}" dt="2026-03-23T20:15:38.817" v="0"/>
        <pc:sldMkLst>
          <pc:docMk/>
          <pc:sldMk cId="0" sldId="415"/>
        </pc:sldMkLst>
      </pc:sldChg>
      <pc:sldChg chg="modTransition">
        <pc:chgData name="Eric AUBRUN" userId="4fc61db2-4c88-4eb6-b1fc-02ee2d950335" providerId="ADAL" clId="{ECACAB01-567A-4B1E-A822-9DEDF6CF747D}" dt="2026-03-23T20:15:38.817" v="0"/>
        <pc:sldMkLst>
          <pc:docMk/>
          <pc:sldMk cId="0" sldId="416"/>
        </pc:sldMkLst>
      </pc:sldChg>
      <pc:sldChg chg="modTransition">
        <pc:chgData name="Eric AUBRUN" userId="4fc61db2-4c88-4eb6-b1fc-02ee2d950335" providerId="ADAL" clId="{ECACAB01-567A-4B1E-A822-9DEDF6CF747D}" dt="2026-03-23T20:15:38.817" v="0"/>
        <pc:sldMkLst>
          <pc:docMk/>
          <pc:sldMk cId="0" sldId="417"/>
        </pc:sldMkLst>
      </pc:sldChg>
      <pc:sldChg chg="modTransition">
        <pc:chgData name="Eric AUBRUN" userId="4fc61db2-4c88-4eb6-b1fc-02ee2d950335" providerId="ADAL" clId="{ECACAB01-567A-4B1E-A822-9DEDF6CF747D}" dt="2026-03-23T20:15:38.817" v="0"/>
        <pc:sldMkLst>
          <pc:docMk/>
          <pc:sldMk cId="0" sldId="418"/>
        </pc:sldMkLst>
      </pc:sldChg>
      <pc:sldChg chg="modTransition">
        <pc:chgData name="Eric AUBRUN" userId="4fc61db2-4c88-4eb6-b1fc-02ee2d950335" providerId="ADAL" clId="{ECACAB01-567A-4B1E-A822-9DEDF6CF747D}" dt="2026-03-23T20:15:38.817" v="0"/>
        <pc:sldMkLst>
          <pc:docMk/>
          <pc:sldMk cId="0" sldId="419"/>
        </pc:sldMkLst>
      </pc:sldChg>
      <pc:sldChg chg="modTransition">
        <pc:chgData name="Eric AUBRUN" userId="4fc61db2-4c88-4eb6-b1fc-02ee2d950335" providerId="ADAL" clId="{ECACAB01-567A-4B1E-A822-9DEDF6CF747D}" dt="2026-03-23T20:15:38.817" v="0"/>
        <pc:sldMkLst>
          <pc:docMk/>
          <pc:sldMk cId="0" sldId="420"/>
        </pc:sldMkLst>
      </pc:sldChg>
      <pc:sldChg chg="modTransition">
        <pc:chgData name="Eric AUBRUN" userId="4fc61db2-4c88-4eb6-b1fc-02ee2d950335" providerId="ADAL" clId="{ECACAB01-567A-4B1E-A822-9DEDF6CF747D}" dt="2026-03-23T20:15:38.817" v="0"/>
        <pc:sldMkLst>
          <pc:docMk/>
          <pc:sldMk cId="0" sldId="421"/>
        </pc:sldMkLst>
      </pc:sldChg>
      <pc:sldChg chg="modTransition">
        <pc:chgData name="Eric AUBRUN" userId="4fc61db2-4c88-4eb6-b1fc-02ee2d950335" providerId="ADAL" clId="{ECACAB01-567A-4B1E-A822-9DEDF6CF747D}" dt="2026-03-23T20:15:38.817" v="0"/>
        <pc:sldMkLst>
          <pc:docMk/>
          <pc:sldMk cId="0" sldId="422"/>
        </pc:sldMkLst>
      </pc:sldChg>
      <pc:sldChg chg="modTransition">
        <pc:chgData name="Eric AUBRUN" userId="4fc61db2-4c88-4eb6-b1fc-02ee2d950335" providerId="ADAL" clId="{ECACAB01-567A-4B1E-A822-9DEDF6CF747D}" dt="2026-03-23T20:15:38.817" v="0"/>
        <pc:sldMkLst>
          <pc:docMk/>
          <pc:sldMk cId="0" sldId="423"/>
        </pc:sldMkLst>
      </pc:sldChg>
      <pc:sldChg chg="modTransition">
        <pc:chgData name="Eric AUBRUN" userId="4fc61db2-4c88-4eb6-b1fc-02ee2d950335" providerId="ADAL" clId="{ECACAB01-567A-4B1E-A822-9DEDF6CF747D}" dt="2026-03-23T20:15:38.817" v="0"/>
        <pc:sldMkLst>
          <pc:docMk/>
          <pc:sldMk cId="0" sldId="424"/>
        </pc:sldMkLst>
      </pc:sldChg>
      <pc:sldChg chg="modTransition">
        <pc:chgData name="Eric AUBRUN" userId="4fc61db2-4c88-4eb6-b1fc-02ee2d950335" providerId="ADAL" clId="{ECACAB01-567A-4B1E-A822-9DEDF6CF747D}" dt="2026-03-23T20:15:38.817" v="0"/>
        <pc:sldMkLst>
          <pc:docMk/>
          <pc:sldMk cId="0" sldId="425"/>
        </pc:sldMkLst>
      </pc:sldChg>
      <pc:sldChg chg="modTransition">
        <pc:chgData name="Eric AUBRUN" userId="4fc61db2-4c88-4eb6-b1fc-02ee2d950335" providerId="ADAL" clId="{ECACAB01-567A-4B1E-A822-9DEDF6CF747D}" dt="2026-03-23T20:15:38.817" v="0"/>
        <pc:sldMkLst>
          <pc:docMk/>
          <pc:sldMk cId="0" sldId="426"/>
        </pc:sldMkLst>
      </pc:sldChg>
      <pc:sldChg chg="modTransition">
        <pc:chgData name="Eric AUBRUN" userId="4fc61db2-4c88-4eb6-b1fc-02ee2d950335" providerId="ADAL" clId="{ECACAB01-567A-4B1E-A822-9DEDF6CF747D}" dt="2026-03-23T20:15:38.817" v="0"/>
        <pc:sldMkLst>
          <pc:docMk/>
          <pc:sldMk cId="0" sldId="427"/>
        </pc:sldMkLst>
      </pc:sldChg>
      <pc:sldChg chg="modTransition">
        <pc:chgData name="Eric AUBRUN" userId="4fc61db2-4c88-4eb6-b1fc-02ee2d950335" providerId="ADAL" clId="{ECACAB01-567A-4B1E-A822-9DEDF6CF747D}" dt="2026-03-23T20:15:38.817" v="0"/>
        <pc:sldMkLst>
          <pc:docMk/>
          <pc:sldMk cId="0" sldId="428"/>
        </pc:sldMkLst>
      </pc:sldChg>
      <pc:sldChg chg="modTransition">
        <pc:chgData name="Eric AUBRUN" userId="4fc61db2-4c88-4eb6-b1fc-02ee2d950335" providerId="ADAL" clId="{ECACAB01-567A-4B1E-A822-9DEDF6CF747D}" dt="2026-03-23T20:15:38.817" v="0"/>
        <pc:sldMkLst>
          <pc:docMk/>
          <pc:sldMk cId="0" sldId="429"/>
        </pc:sldMkLst>
      </pc:sldChg>
      <pc:sldChg chg="modTransition">
        <pc:chgData name="Eric AUBRUN" userId="4fc61db2-4c88-4eb6-b1fc-02ee2d950335" providerId="ADAL" clId="{ECACAB01-567A-4B1E-A822-9DEDF6CF747D}" dt="2026-03-23T20:15:38.817" v="0"/>
        <pc:sldMkLst>
          <pc:docMk/>
          <pc:sldMk cId="0" sldId="430"/>
        </pc:sldMkLst>
      </pc:sldChg>
      <pc:sldChg chg="modTransition">
        <pc:chgData name="Eric AUBRUN" userId="4fc61db2-4c88-4eb6-b1fc-02ee2d950335" providerId="ADAL" clId="{ECACAB01-567A-4B1E-A822-9DEDF6CF747D}" dt="2026-03-23T20:15:38.817" v="0"/>
        <pc:sldMkLst>
          <pc:docMk/>
          <pc:sldMk cId="0" sldId="431"/>
        </pc:sldMkLst>
      </pc:sldChg>
      <pc:sldChg chg="modTransition">
        <pc:chgData name="Eric AUBRUN" userId="4fc61db2-4c88-4eb6-b1fc-02ee2d950335" providerId="ADAL" clId="{ECACAB01-567A-4B1E-A822-9DEDF6CF747D}" dt="2026-03-23T20:15:38.817" v="0"/>
        <pc:sldMkLst>
          <pc:docMk/>
          <pc:sldMk cId="0" sldId="432"/>
        </pc:sldMkLst>
      </pc:sldChg>
      <pc:sldChg chg="modTransition">
        <pc:chgData name="Eric AUBRUN" userId="4fc61db2-4c88-4eb6-b1fc-02ee2d950335" providerId="ADAL" clId="{ECACAB01-567A-4B1E-A822-9DEDF6CF747D}" dt="2026-03-23T20:15:38.817" v="0"/>
        <pc:sldMkLst>
          <pc:docMk/>
          <pc:sldMk cId="0" sldId="433"/>
        </pc:sldMkLst>
      </pc:sldChg>
      <pc:sldChg chg="modTransition">
        <pc:chgData name="Eric AUBRUN" userId="4fc61db2-4c88-4eb6-b1fc-02ee2d950335" providerId="ADAL" clId="{ECACAB01-567A-4B1E-A822-9DEDF6CF747D}" dt="2026-03-23T20:15:38.817" v="0"/>
        <pc:sldMkLst>
          <pc:docMk/>
          <pc:sldMk cId="0" sldId="434"/>
        </pc:sldMkLst>
      </pc:sldChg>
      <pc:sldChg chg="modTransition">
        <pc:chgData name="Eric AUBRUN" userId="4fc61db2-4c88-4eb6-b1fc-02ee2d950335" providerId="ADAL" clId="{ECACAB01-567A-4B1E-A822-9DEDF6CF747D}" dt="2026-03-23T20:15:38.817" v="0"/>
        <pc:sldMkLst>
          <pc:docMk/>
          <pc:sldMk cId="0" sldId="435"/>
        </pc:sldMkLst>
      </pc:sldChg>
      <pc:sldChg chg="modTransition">
        <pc:chgData name="Eric AUBRUN" userId="4fc61db2-4c88-4eb6-b1fc-02ee2d950335" providerId="ADAL" clId="{ECACAB01-567A-4B1E-A822-9DEDF6CF747D}" dt="2026-03-23T20:15:38.817" v="0"/>
        <pc:sldMkLst>
          <pc:docMk/>
          <pc:sldMk cId="0" sldId="436"/>
        </pc:sldMkLst>
      </pc:sldChg>
      <pc:sldChg chg="modTransition">
        <pc:chgData name="Eric AUBRUN" userId="4fc61db2-4c88-4eb6-b1fc-02ee2d950335" providerId="ADAL" clId="{ECACAB01-567A-4B1E-A822-9DEDF6CF747D}" dt="2026-03-23T20:15:38.817" v="0"/>
        <pc:sldMkLst>
          <pc:docMk/>
          <pc:sldMk cId="0" sldId="437"/>
        </pc:sldMkLst>
      </pc:sldChg>
      <pc:sldChg chg="modTransition">
        <pc:chgData name="Eric AUBRUN" userId="4fc61db2-4c88-4eb6-b1fc-02ee2d950335" providerId="ADAL" clId="{ECACAB01-567A-4B1E-A822-9DEDF6CF747D}" dt="2026-03-23T20:15:38.817" v="0"/>
        <pc:sldMkLst>
          <pc:docMk/>
          <pc:sldMk cId="0" sldId="438"/>
        </pc:sldMkLst>
      </pc:sldChg>
      <pc:sldChg chg="modTransition">
        <pc:chgData name="Eric AUBRUN" userId="4fc61db2-4c88-4eb6-b1fc-02ee2d950335" providerId="ADAL" clId="{ECACAB01-567A-4B1E-A822-9DEDF6CF747D}" dt="2026-03-23T20:15:38.817" v="0"/>
        <pc:sldMkLst>
          <pc:docMk/>
          <pc:sldMk cId="0" sldId="439"/>
        </pc:sldMkLst>
      </pc:sldChg>
      <pc:sldChg chg="modTransition">
        <pc:chgData name="Eric AUBRUN" userId="4fc61db2-4c88-4eb6-b1fc-02ee2d950335" providerId="ADAL" clId="{ECACAB01-567A-4B1E-A822-9DEDF6CF747D}" dt="2026-03-23T20:15:38.817" v="0"/>
        <pc:sldMkLst>
          <pc:docMk/>
          <pc:sldMk cId="0" sldId="440"/>
        </pc:sldMkLst>
      </pc:sldChg>
      <pc:sldChg chg="modTransition">
        <pc:chgData name="Eric AUBRUN" userId="4fc61db2-4c88-4eb6-b1fc-02ee2d950335" providerId="ADAL" clId="{ECACAB01-567A-4B1E-A822-9DEDF6CF747D}" dt="2026-03-23T20:15:38.817" v="0"/>
        <pc:sldMkLst>
          <pc:docMk/>
          <pc:sldMk cId="0" sldId="441"/>
        </pc:sldMkLst>
      </pc:sldChg>
      <pc:sldChg chg="modTransition">
        <pc:chgData name="Eric AUBRUN" userId="4fc61db2-4c88-4eb6-b1fc-02ee2d950335" providerId="ADAL" clId="{ECACAB01-567A-4B1E-A822-9DEDF6CF747D}" dt="2026-03-23T20:15:38.817" v="0"/>
        <pc:sldMkLst>
          <pc:docMk/>
          <pc:sldMk cId="0" sldId="442"/>
        </pc:sldMkLst>
      </pc:sldChg>
      <pc:sldChg chg="modTransition">
        <pc:chgData name="Eric AUBRUN" userId="4fc61db2-4c88-4eb6-b1fc-02ee2d950335" providerId="ADAL" clId="{ECACAB01-567A-4B1E-A822-9DEDF6CF747D}" dt="2026-03-23T20:15:38.817" v="0"/>
        <pc:sldMkLst>
          <pc:docMk/>
          <pc:sldMk cId="0" sldId="443"/>
        </pc:sldMkLst>
      </pc:sldChg>
      <pc:sldChg chg="modTransition">
        <pc:chgData name="Eric AUBRUN" userId="4fc61db2-4c88-4eb6-b1fc-02ee2d950335" providerId="ADAL" clId="{ECACAB01-567A-4B1E-A822-9DEDF6CF747D}" dt="2026-03-23T20:15:38.817" v="0"/>
        <pc:sldMkLst>
          <pc:docMk/>
          <pc:sldMk cId="0" sldId="444"/>
        </pc:sldMkLst>
      </pc:sldChg>
      <pc:sldChg chg="modTransition">
        <pc:chgData name="Eric AUBRUN" userId="4fc61db2-4c88-4eb6-b1fc-02ee2d950335" providerId="ADAL" clId="{ECACAB01-567A-4B1E-A822-9DEDF6CF747D}" dt="2026-03-23T20:15:38.817" v="0"/>
        <pc:sldMkLst>
          <pc:docMk/>
          <pc:sldMk cId="0" sldId="445"/>
        </pc:sldMkLst>
      </pc:sldChg>
      <pc:sldChg chg="modTransition">
        <pc:chgData name="Eric AUBRUN" userId="4fc61db2-4c88-4eb6-b1fc-02ee2d950335" providerId="ADAL" clId="{ECACAB01-567A-4B1E-A822-9DEDF6CF747D}" dt="2026-03-23T20:15:38.817" v="0"/>
        <pc:sldMkLst>
          <pc:docMk/>
          <pc:sldMk cId="0" sldId="446"/>
        </pc:sldMkLst>
      </pc:sldChg>
      <pc:sldChg chg="modTransition">
        <pc:chgData name="Eric AUBRUN" userId="4fc61db2-4c88-4eb6-b1fc-02ee2d950335" providerId="ADAL" clId="{ECACAB01-567A-4B1E-A822-9DEDF6CF747D}" dt="2026-03-23T20:15:38.817" v="0"/>
        <pc:sldMkLst>
          <pc:docMk/>
          <pc:sldMk cId="0" sldId="447"/>
        </pc:sldMkLst>
      </pc:sldChg>
      <pc:sldChg chg="modTransition">
        <pc:chgData name="Eric AUBRUN" userId="4fc61db2-4c88-4eb6-b1fc-02ee2d950335" providerId="ADAL" clId="{ECACAB01-567A-4B1E-A822-9DEDF6CF747D}" dt="2026-03-23T20:15:38.817" v="0"/>
        <pc:sldMkLst>
          <pc:docMk/>
          <pc:sldMk cId="0" sldId="448"/>
        </pc:sldMkLst>
      </pc:sldChg>
      <pc:sldChg chg="modTransition">
        <pc:chgData name="Eric AUBRUN" userId="4fc61db2-4c88-4eb6-b1fc-02ee2d950335" providerId="ADAL" clId="{ECACAB01-567A-4B1E-A822-9DEDF6CF747D}" dt="2026-03-23T20:15:38.817" v="0"/>
        <pc:sldMkLst>
          <pc:docMk/>
          <pc:sldMk cId="0" sldId="449"/>
        </pc:sldMkLst>
      </pc:sldChg>
      <pc:sldChg chg="modTransition">
        <pc:chgData name="Eric AUBRUN" userId="4fc61db2-4c88-4eb6-b1fc-02ee2d950335" providerId="ADAL" clId="{ECACAB01-567A-4B1E-A822-9DEDF6CF747D}" dt="2026-03-23T20:15:38.817" v="0"/>
        <pc:sldMkLst>
          <pc:docMk/>
          <pc:sldMk cId="0" sldId="450"/>
        </pc:sldMkLst>
      </pc:sldChg>
      <pc:sldChg chg="modTransition">
        <pc:chgData name="Eric AUBRUN" userId="4fc61db2-4c88-4eb6-b1fc-02ee2d950335" providerId="ADAL" clId="{ECACAB01-567A-4B1E-A822-9DEDF6CF747D}" dt="2026-03-23T20:15:38.817" v="0"/>
        <pc:sldMkLst>
          <pc:docMk/>
          <pc:sldMk cId="0" sldId="451"/>
        </pc:sldMkLst>
      </pc:sldChg>
      <pc:sldChg chg="modTransition">
        <pc:chgData name="Eric AUBRUN" userId="4fc61db2-4c88-4eb6-b1fc-02ee2d950335" providerId="ADAL" clId="{ECACAB01-567A-4B1E-A822-9DEDF6CF747D}" dt="2026-03-23T20:15:38.817" v="0"/>
        <pc:sldMkLst>
          <pc:docMk/>
          <pc:sldMk cId="0" sldId="452"/>
        </pc:sldMkLst>
      </pc:sldChg>
      <pc:sldChg chg="modTransition">
        <pc:chgData name="Eric AUBRUN" userId="4fc61db2-4c88-4eb6-b1fc-02ee2d950335" providerId="ADAL" clId="{ECACAB01-567A-4B1E-A822-9DEDF6CF747D}" dt="2026-03-23T20:15:38.817" v="0"/>
        <pc:sldMkLst>
          <pc:docMk/>
          <pc:sldMk cId="0" sldId="453"/>
        </pc:sldMkLst>
      </pc:sldChg>
      <pc:sldChg chg="modTransition">
        <pc:chgData name="Eric AUBRUN" userId="4fc61db2-4c88-4eb6-b1fc-02ee2d950335" providerId="ADAL" clId="{ECACAB01-567A-4B1E-A822-9DEDF6CF747D}" dt="2026-03-23T20:15:38.817" v="0"/>
        <pc:sldMkLst>
          <pc:docMk/>
          <pc:sldMk cId="0" sldId="454"/>
        </pc:sldMkLst>
      </pc:sldChg>
      <pc:sldChg chg="modTransition">
        <pc:chgData name="Eric AUBRUN" userId="4fc61db2-4c88-4eb6-b1fc-02ee2d950335" providerId="ADAL" clId="{ECACAB01-567A-4B1E-A822-9DEDF6CF747D}" dt="2026-03-23T20:15:38.817" v="0"/>
        <pc:sldMkLst>
          <pc:docMk/>
          <pc:sldMk cId="0" sldId="455"/>
        </pc:sldMkLst>
      </pc:sldChg>
      <pc:sldChg chg="modTransition">
        <pc:chgData name="Eric AUBRUN" userId="4fc61db2-4c88-4eb6-b1fc-02ee2d950335" providerId="ADAL" clId="{ECACAB01-567A-4B1E-A822-9DEDF6CF747D}" dt="2026-03-23T20:15:38.817" v="0"/>
        <pc:sldMkLst>
          <pc:docMk/>
          <pc:sldMk cId="0" sldId="456"/>
        </pc:sldMkLst>
      </pc:sldChg>
      <pc:sldChg chg="modTransition">
        <pc:chgData name="Eric AUBRUN" userId="4fc61db2-4c88-4eb6-b1fc-02ee2d950335" providerId="ADAL" clId="{ECACAB01-567A-4B1E-A822-9DEDF6CF747D}" dt="2026-03-23T20:15:38.817" v="0"/>
        <pc:sldMkLst>
          <pc:docMk/>
          <pc:sldMk cId="0" sldId="4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9651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5276"/>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4208"/>
          </a:xfrm>
          <a:prstGeom prst="rect">
            <a:avLst/>
          </a:prstGeom>
          <a:solidFill>
            <a:srgbClr val="F0B429"/>
          </a:solidFill>
          <a:ln w="12700">
            <a:solidFill>
              <a:srgbClr val="F0B429"/>
            </a:solidFill>
            <a:prstDash val="solid"/>
          </a:ln>
        </p:spPr>
      </p:sp>
      <p:sp>
        <p:nvSpPr>
          <p:cNvPr id="3" name="Shape 1"/>
          <p:cNvSpPr/>
          <p:nvPr/>
        </p:nvSpPr>
        <p:spPr>
          <a:xfrm>
            <a:off x="0" y="3474720"/>
            <a:ext cx="164592" cy="1664208"/>
          </a:xfrm>
          <a:prstGeom prst="rect">
            <a:avLst/>
          </a:prstGeom>
          <a:solidFill>
            <a:srgbClr val="FFFFFF"/>
          </a:solidFill>
          <a:ln w="12700">
            <a:solidFill>
              <a:srgbClr val="FFFFFF"/>
            </a:solidFill>
            <a:prstDash val="solid"/>
          </a:ln>
        </p:spPr>
      </p:sp>
      <p:sp>
        <p:nvSpPr>
          <p:cNvPr id="4" name="Text 2"/>
          <p:cNvSpPr/>
          <p:nvPr/>
        </p:nvSpPr>
        <p:spPr>
          <a:xfrm>
            <a:off x="365760" y="640080"/>
            <a:ext cx="8412480" cy="100584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QUIZ BIENTRAITANCE</a:t>
            </a:r>
            <a:endParaRPr lang="en-US" sz="4400" dirty="0"/>
          </a:p>
        </p:txBody>
      </p:sp>
      <p:sp>
        <p:nvSpPr>
          <p:cNvPr id="5" name="Text 3"/>
          <p:cNvSpPr/>
          <p:nvPr/>
        </p:nvSpPr>
        <p:spPr>
          <a:xfrm>
            <a:off x="365760" y="1600200"/>
            <a:ext cx="8412480" cy="548640"/>
          </a:xfrm>
          <a:prstGeom prst="rect">
            <a:avLst/>
          </a:prstGeom>
          <a:noFill/>
          <a:ln/>
        </p:spPr>
        <p:txBody>
          <a:bodyPr wrap="square" rtlCol="0" anchor="ctr"/>
          <a:lstStyle/>
          <a:p>
            <a:pPr marL="0" indent="0" algn="ctr">
              <a:buNone/>
            </a:pPr>
            <a:r>
              <a:rPr lang="en-US" sz="2000" dirty="0">
                <a:solidFill>
                  <a:srgbClr val="A9CCE3"/>
                </a:solidFill>
                <a:latin typeface="Calibri" pitchFamily="34" charset="0"/>
                <a:ea typeface="Calibri" pitchFamily="34" charset="-122"/>
                <a:cs typeface="Calibri" pitchFamily="34" charset="-120"/>
              </a:rPr>
              <a:t>100 Questions – Définition et repères pour la mise en œuvre</a:t>
            </a:r>
            <a:endParaRPr lang="en-US" sz="2000" dirty="0"/>
          </a:p>
        </p:txBody>
      </p:sp>
      <p:sp>
        <p:nvSpPr>
          <p:cNvPr id="6" name="Text 4"/>
          <p:cNvSpPr/>
          <p:nvPr/>
        </p:nvSpPr>
        <p:spPr>
          <a:xfrm>
            <a:off x="365760" y="2148840"/>
            <a:ext cx="8412480" cy="457200"/>
          </a:xfrm>
          <a:prstGeom prst="rect">
            <a:avLst/>
          </a:prstGeom>
          <a:noFill/>
          <a:ln/>
        </p:spPr>
        <p:txBody>
          <a:bodyPr wrap="square" rtlCol="0" anchor="ctr"/>
          <a:lstStyle/>
          <a:p>
            <a:pPr marL="0" indent="0" algn="ctr">
              <a:buNone/>
            </a:pPr>
            <a:r>
              <a:rPr lang="en-US" sz="1500" i="1" dirty="0">
                <a:solidFill>
                  <a:srgbClr val="A9CCE3"/>
                </a:solidFill>
                <a:latin typeface="Calibri" pitchFamily="34" charset="0"/>
                <a:ea typeface="Calibri" pitchFamily="34" charset="-122"/>
                <a:cs typeface="Calibri" pitchFamily="34" charset="-120"/>
              </a:rPr>
              <a:t>D'après la recommandation ANESM – Juin 2008</a:t>
            </a:r>
            <a:endParaRPr lang="en-US" sz="1500" dirty="0"/>
          </a:p>
        </p:txBody>
      </p:sp>
      <p:sp>
        <p:nvSpPr>
          <p:cNvPr id="7" name="Text 5"/>
          <p:cNvSpPr/>
          <p:nvPr/>
        </p:nvSpPr>
        <p:spPr>
          <a:xfrm>
            <a:off x="365760" y="3657600"/>
            <a:ext cx="8412480" cy="548640"/>
          </a:xfrm>
          <a:prstGeom prst="rect">
            <a:avLst/>
          </a:prstGeom>
          <a:noFill/>
          <a:ln/>
        </p:spPr>
        <p:txBody>
          <a:bodyPr wrap="square" rtlCol="0" anchor="ctr"/>
          <a:lstStyle/>
          <a:p>
            <a:pPr marL="0" indent="0" algn="ctr">
              <a:buNone/>
            </a:pPr>
            <a:r>
              <a:rPr lang="en-US" sz="1200" b="1" dirty="0">
                <a:solidFill>
                  <a:srgbClr val="1A5276"/>
                </a:solidFill>
                <a:latin typeface="Calibri" pitchFamily="34" charset="0"/>
                <a:ea typeface="Calibri" pitchFamily="34" charset="-122"/>
                <a:cs typeface="Calibri" pitchFamily="34" charset="-120"/>
              </a:rPr>
              <a:t>4 repères de mise en œuvre  |  </a:t>
            </a:r>
            <a:r>
              <a:rPr lang="en-US" sz="1200" dirty="0">
                <a:solidFill>
                  <a:srgbClr val="1A5276"/>
                </a:solidFill>
                <a:latin typeface="Calibri" pitchFamily="34" charset="0"/>
                <a:ea typeface="Calibri" pitchFamily="34" charset="-122"/>
                <a:cs typeface="Calibri" pitchFamily="34" charset="-120"/>
              </a:rPr>
              <a:t>Définition &amp; fondamentaux  |  Applications pratiques  |  Synthèse &amp; connaissances approfondies</a:t>
            </a:r>
            <a:endParaRPr lang="en-US" sz="1200" dirty="0"/>
          </a:p>
        </p:txBody>
      </p:sp>
      <p:sp>
        <p:nvSpPr>
          <p:cNvPr id="8" name="Text 6"/>
          <p:cNvSpPr/>
          <p:nvPr/>
        </p:nvSpPr>
        <p:spPr>
          <a:xfrm>
            <a:off x="365760" y="4389120"/>
            <a:ext cx="8412480" cy="45720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MODE D'EMPLOI : Chaque question est suivie immédiatement de sa correction (fond vert). Réfléchissez avant de passer à la diapositive suivante.</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institution a publié la recommandation sur la bientraitance en 2008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La Haute Autorité de Santé (HAS)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L'ANESM (Agence nationale de l'évaluation et de la qualité des établissements et services sociaux et médico-sociaux)</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La Direction Générale de la Cohésion Sociale (DGCS)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Le Conseil National de l'Ordre des Médecins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 : Quelle institution a publié la recommandation sur la bientraitance en 2008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L'ANESM (Agence nationale de l'évaluation et de la qualité des établissements et services sociaux et médico-sociaux)</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Ce document est une recommandation de bonnes pratiques professionnelles publiée en 2008 par l'ANESM. Elle a reçu l'avis favorable du Comité d'orientation stratégique et du Conseil scientifique de l'Agence.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Laquelle de ces lois ne fait PAS partie des trois textes fondateurs cités dans la recommandation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Loi 2002-2 rénovant l'action sociale et médico-sociale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Loi 2005-102 pour l'égalité des droits et des chances des personnes handicapées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Loi 2007-293 réformant la protection de l'enfance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Loi 2004 relative à la politique de santé publique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Toutes les précédentes sont citées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 : Laquelle de ces lois ne fait PAS partie des trois textes fondateurs cités dans la recommandation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Loi 2004 relative à la politique de santé publique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Les trois textes fondateurs sont la loi 2002-2, la loi 2005-102 (handicap) et la loi 2007-293 (protection de l'enfance). La loi de 2004 sur la politique de santé publique n'est pas citée comme texte central de référence.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bientraitance est-elle simplement le contraire de la maltraitance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Oui, elle se définit par l'absence totale de maltraitance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Non, elle ne se réduit ni à l'absence ni à la prévention de la maltraitance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Oui, mais uniquement en EHPAD</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Non, c'est un concept totalement indépendant</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 : La bientraitance est-elle simplement le contraire de la maltraitance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Non, elle ne se réduit ni à l'absence ni à la prévention de la maltraitance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affirme que la bientraitance 'ne se réduit ni à l'absence de maltraitance, ni à la prévention de la maltraitance. Elle n'est ni le contraire logique, ni le contraire pragmatique de la maltraitance.' C'est une démarche positive ET une mémoire du risque.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est la définition officielle retenue de la bientraitance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Un protocole de soins garantissant l'absence de tout acte violent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Une série de normes opposables aux structures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Une culture inspirant les actions individuelles et les relations collectives, visant à promouvoir le bien-être de l'usager en gardant présent le risque de maltraitance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Un ensemble de formations obligatoires pour les professionnels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Une démarche administrative de certification</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 : Quelle est la définition officielle retenue de la bientraitance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Une culture inspirant les actions individuelles et les relations collectives, visant à promouvoir le bien-être de l'usager en gardant présent le risque de maltraitance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définition exacte est : 'La bientraitance est une culture inspirant les actions individuelles et les relations collectives au sein d'un établissement ou d'un service. Elle vise à promouvoir le bien-être de l'usager en gardant présent à l'esprit le risque de maltraitance.'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philosophe a développé la notion de 'sollicitude' citée dans la recommandation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Emmanuel Kant</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Paul Ricœur</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Axel Honneth</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Carl Rogers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 : Quel philosophe a développé la notion de 'sollicitude' citée dans la recommandation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Paul Ricœur</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Paul Ricœur (Soi-même comme un autre, 1990) a développé la notion de sollicitude : adopter envers l'autre, dans une relation dissymétrique, une attitude permettant de rétablir un équilibre plutôt que d'accentuer le déséquilibre.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Selon Axel Honneth, quels sont les trois vecteurs de la reconnaissance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Bienfaisance, bienveillance et sollicitude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Attention affective, accès égal aux droits et estime sociale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Autonomie, dignité et liberté de choix</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Formation, accompagnement et évaluation</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Communication, participation et projet individualisé</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 : Selon Axel Honneth, quels sont les trois vecteurs de la reconnaissance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Attention affective, accès égal aux droits et estime sociale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Axel Honneth (La société du mépris, 2006) identifie l'attention affective, l'accès égal aux droits et l'estime sociale comme les trois vecteurs de reconnaissance permettant au sujet de réaliser son autonomie individuelle.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pédopsychiatre a développé la notion de 'mère suffisamment bonne' utilisée dans le document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Sigmund Freud</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Carl Rogers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Donald Winnicott</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Patricia Paperman</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 : Quel pédopsychiatre a développé la notion de 'mère suffisamment bonne' utilisée dans le document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Donald Winnicott</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Donald Winnicott (De la pédiatrie à la psychanalyse, 1969) a développé cette notion illustrant une capacité d'adaptation à un enfant particulier, à un moment donné. Elle illustre la posture d'ajustement à un usager singulier — sans que cela signifie une posture maternante.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Le terme 'bien-traitance' (avec trait d'union) est apparu dans les années 1990 dans quel contexte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Dans les soins aux personnes âgées en EHPAD</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Au sein du comité de pilotage de 'L'opération pouponnières'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Avec la loi 2002-2 rénovant l'action sociale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Dans le champ de la protection judiciaire de la jeunesse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 : Le terme 'bien-traitance' (avec trait d'union) est apparu dans les années 1990 dans quel contexte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Au sein du comité de pilotage de 'L'opération pouponnières'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terme 'bien-traitance' est apparu dans les années quatre-vingt-dix au sein du comité de pilotage ministériel de 'L'opération pouponnières', visant à l'humanisation de l'accueil de très jeunes enfants. Le trait d'union symbolisait le lien entre tous les acteurs de la démarche.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bientraitance peut-elle recevoir une définition définitive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Oui, la recommandation propose une définition définitive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Non, c'est un mouvement d'individualisation permanente qui ne peut être figé</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Oui, mais révisable tous les 5 ans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Non, car la notion est trop récente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 : La bientraitance peut-elle recevoir une définition définitive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Non, c'est un mouvement d'individualisation permanente qui ne peut être figé</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affirme : 'Mouvement d'individualisation et de personnalisation permanente de la prestation, la bientraitance ne peut, en tant que telle, recevoir de définition définitive.' Elle naît du croisement des perspectives de toutes les parties en présence.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Combien de fondamentaux de la bientraitance sont identifiés dans la première partie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3</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4</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5</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6</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Définition et fondamentaux</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10 : Combien de fondamentaux de la bientraitance sont identifiés dans la première partie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5</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Cinq fondamentaux : (1) culture du respect de la personne et de sa singularité, (2) manière d'être des professionnels au-delà des actes, (3) valorisation de l'expression des usagers, (4) aller-retour permanent entre penser et agir, (5) démarche continue d'adaptation à une situation donnée.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10 / 100   |   Définition et fondamentaux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Issue du rapport Belmont (1979), quelle notion est citée comme préparatoire à la bientraitance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 bienveillance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La sollicitude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La bienfaisance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Le care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La reconnaissance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11 : Issue du rapport Belmont (1979), quelle notion est citée comme préparatoire à la bientraitance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 bienfaisance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bienfaisance (rapport Belmont, 1979) est définie par deux règles : ne pas faire de tort, et maximiser les avantages tout en minimisant les dommages. Elle contribue à l'idée d'équilibre entre bénéfice et risque pour l'usager.</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11 / 100   |   Concepts préparatoires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Selon Carl Rogers, combien de dimensions de communication participent à une démarche bientraitante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2</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3</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4</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5</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12 : Selon Carl Rogers, combien de dimensions de communication participent à une démarche bientraitante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4</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Quatre dimensions : (1) observer les faits sans jugements de valeur, (2) reconnaître ses propres sentiments, (3) exprimer ses besoins propres, (4) savoir formuler sa demande. Ces dimensions incarnent la faculté d'empathie et la posture de négociation.</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12 / 100   |   Concepts préparatoires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notion de 'care' se distingue principalement de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D'une approche administrative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D'un 'guérir' plus technicien</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D'une approche purement éducative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D'une gestion par objectifs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D'une approche juridique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13 : La notion de 'care' se distingue principalement de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D'un 'guérir' plus technicien</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notion de care a été développée pour différencier l'attitude du 'prendre soin' de celle d'un 'guérir' plus technicien. Elle se réfère à un accompagnement de proximité valorisant l'expérience des professionnels au plus près des personnes dépendantes.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13 / 100   |   Concepts préparatoires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Selon l'éthique du care, les comportements professionnels sont déterminés par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La règle et le droit exclusivement</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Les protocoles institutionnels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L'adaptation des réponses à une situation singulière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Les préférences personnelles du professionnel</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14 : Selon l'éthique du care, les comportements professionnels sont déterminés par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L'adaptation des réponses à une situation singulière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L'enseignement du care décrit des attitudes non pas déterminées par la règle ou le droit, mais par l'adaptation des réponses à une situation donnée, toujours singulière. 'La pratique du care implique de sortir de son propre cadre de référence pour entrer dans celui de l'autre.'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14 / 100   |   Concepts préparatoires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recommandation présente la bientraitance comme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Une obligation légale et un idéal utopique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Une démarche positive ET une mémoire du risque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Un outil de contrôle et un dispositif de sanction</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Une méthode de formation uniquement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Un droit de l'usager exclusivement</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Concepts préparatoires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15 : La recommandation présente la bientraitance comme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Une démarche positive ET une mémoire du risque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bientraitance 'situe les intentions et les actes des professionnels dans un horizon d'amélioration continue des pratiques tout en conservant une empreinte de vigilance incontournable. La bientraitance est donc à la fois démarche positive et mémoire du risque.'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15 / 100   |   Concepts préparatoires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Le principe de l'usager co-auteur de son parcours est inscrit dans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La loi 2005-102 sur le handicap</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La loi 2007-293 sur la protection de l'enfance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La loi 2002-2 rénovant l'action sociale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La loi 2004 sur la politique de santé</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16 : Le principe de l'usager co-auteur de son parcours est inscrit dans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 loi 2002-2 rénovant l'action sociale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principe de liberté de choix de l'usager est inscrit dans la loi 2002-2. Reconnaître la personne dans ce qu'elle veut être et lui donner tous les moyens d'y parvenir est l'un des fondements de ce texte législatif.</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16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Lorsqu'un usager ne peut pas exprimer ses choix, que recommande le document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Les professionnels décident seuls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S'appuyer sur les proches/représentant légal, tout en consultant l'usager directement dans la structure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Reporter toutes les décisions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Appliquer les décisions judiciaires sans autre consultation</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Voter entre professionnels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17 : Lorsqu'un usager ne peut pas exprimer ses choix, que recommande le document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S'appuyer sur les proches/représentant légal, tout en consultant l'usager directement dans la structure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de s'appuyer sur la parole et l'expérience des proches ou du représentant légal, mais que l'usager soit néanmoins 'consulté et entendu de manière directe au sein de la structure'. Une démarche d'analyse pour éclairer les professionnels sur ses préférences est également recommandée.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17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est la priorité définie lors de l'accueil d'un usager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Remettre rapidement les documents administratifs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Présenter l'ensemble du personnel</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Ouvrir de nouvelles possibilités et perspectives, avec personnalisation et écoute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Effectuer un bilan de santé complet</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18 : Quelle est la priorité définie lors de l'accueil d'un usager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Ouvrir de nouvelles possibilités et perspectives, avec personnalisation et écoute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temps de l'accueil 'doit être l'occasion d'ouvrir pour la personne accueillie de nouvelles possibilités et de nouvelles perspectives'. Un dispositif garant de la capacité d'écoute, une personnalisation et un accompagnement dans la durée sont recommandés.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18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les professionnels doivent-ils traiter la parole de l'usager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 remettre systématiquement en question pour protéger l'usager</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La prendre en compte uniquement si cohérente avec l'avis médical</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Ne pas la mettre en doute, lui donner toute sa légitimité, avec compréhension adaptée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La transcrire sans nécessairement y donner suite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La valider uniquement avec un représentant légal</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19 : Comment les professionnels doivent-ils traiter la parole de l'usager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Ne pas la mettre en doute, lui donner toute sa légitimité, avec compréhension adaptée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parole de l'usager 'ne doit pas être mise en doute, mais elle fait l'objet d'une compréhension adaptée dans le cas des usagers mineurs et en fonction des mesures de protection en vigueur.' Les professionnels doivent rechercher la solution qui prend en compte les aspirations de l'usager.</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19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recommande le document concernant les relations de réciprocité entre usagers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Les éviter pour prévenir les conflits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Les encourager pour permettre aux usagers de contribuer à la vie collective et développer une image positive d'eux-mêmes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Les limiter aux activités thérapeutiques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Les laisser se former spontanément</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20 : Que recommande le document concernant les relations de réciprocité entre usagers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Les encourager pour permettre aux usagers de contribuer à la vie collective et développer une image positive d'eux-mêmes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d'encourager les relations de réciprocité. Les usagers doivent pouvoir contribuer à la vie collective, se rendre et se sentir utiles aux yeux des autres, et développer une image positive d'eux-mêmes. Ils peuvent être 'participants et contributeurs actifs'.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20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le refus d'un usager face à une prestation doit-il être traité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Ignoré si l'intervention est prescrite médicalement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Faire l'objet d'un questionnement systématique, sans conditionner l'accompagnement général</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Entraîner automatiquement une révision du projet personnalisé</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Être signalé à la direction</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Accepté uniquement par écrit</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21 : Comment le refus d'un usager face à une prestation doit-il être traité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Faire l'objet d'un questionnement systématique, sans conditionner l'accompagnement général</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refus doit 'systématiquement être l'objet d'un questionnement'. Un 'refus ponctuel doit être pris en compte sans conditionner l'accompagnement de l'usager d'une manière générale ni l'accès à d'autres activités, pour que ce refus demeure une possibilité effective et non fictive.'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21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est le premier support à l'autonomie identifié dans la recommandation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La formation professionnelle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L'information</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L'évaluation des besoins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Le projet personnalisé</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22 : Quel est le premier support à l'autonomie identifié dans la recommandation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L'information</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section 2.1 s'intitule 'Informer, premier support à l'autonomie'. L'usager doit être informé de l'ensemble de ses droits et des possibilités qui s'ouvrent à lui, de manière adaptée, en s'assurant que l'information a bien été comprise.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22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principe doit guider l'arbitrage entre sécurité et autonomie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 sécurité prime toujours sur l'autonomie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L'autonomie prime toujours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Arbitrage pluridisciplinaire au cas par cas : 'la liberté reste la règle, la restriction de liberté l'exception'</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Les décisions reviennent exclusivement aux familles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Les protocoles institutionnels décident automatiquement</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23 : Quel principe doit guider l'arbitrage entre sécurité et autonomie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Arbitrage pluridisciplinaire au cas par cas : 'la liberté reste la règle, la restriction de liberté l'exception'</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'un arbitrage entre les bénéfices et les risques réfléchi dans une perspective pluridisciplinaire et au cas par cas'. L'objectif est que 'la liberté reste la règle et la restriction de liberté, l'exception'. Les professionnels doivent être sensibilisés à ce travail sur les marges d'autonomie.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23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recommande le document concernant le rythme de l'usager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L'adapter aux contraintes organisationnelles de l'établissement</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S'adapter au rythme de l'usager dans l'accompagnement quotidien ET dans le parcours proposé, en respectant les rythmes naturels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Imposer un rythme standardisé pour l'équité</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Laisser l'usager choisir librement sans contrainte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24 : Que recommande le document concernant le rythme de l'usager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S'adapter au rythme de l'usager dans l'accompagnement quotidien ET dans le parcours proposé, en respectant les rythmes naturels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L'adaptation au rythme de l'usager est recommandée aussi bien en matière d'accompagnement quotidien que de parcours proposé. Cela implique de respecter les 'cycles de sommeil, d'appétit, mais aussi besoins de contacts et d'interactions sociales.' Les contraintes institutionnelles doivent être 'périodiquement questionnées et ajustées.'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24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Combien de dimensions composent le repère 1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2</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3</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4</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5</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L'usager co-auteur</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25 : Combien de dimensions composent le repère 1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4</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repère 1 comprend 4 dimensions : (1) Donner une réalité à la liberté de choix, (2) L'accompagnement de l'autonomie, (3) La communication individuelle et collective, (4) Un projet d'accueil et d'accompagnement défini et évalué.</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25 / 100   |   Repère 1 – L'usager co-auteur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est la priorité dans l'élaboration du projet personnalisé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Produire des écrits complets et exhaustifs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Personnaliser la prestation et s'accorder sur les modalités les plus pertinentes et réalistes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Respecter les procédures administratives en premier</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Obtenir la signature de l'usager avant toute mise en œuvre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Suivre les référentiels nationaux à la lettre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26 : Quelle est la priorité dans l'élaboration du projet personnalisé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Personnaliser la prestation et s'accorder sur les modalités les plus pertinentes et réalistes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que les professionnels 's'attachent surtout à la démarche consistant à personnaliser la prestation le plus possible et s'accordent sur les modalités d'accompagnement qui semblent les plus pertinentes et réalistes de part et d'autre', sans chercher à parvenir nécessairement à des écrits exhaustifs.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26 / 100   |   Repère 1 – Projet personnalisé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doit-on observer dans le suivi du projet d'accompagnement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Uniquement les effets positifs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Les effets positifs ET négatifs des actions mises en place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Uniquement les indicateurs médicaux mesurables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Les effets économiques sur le budget</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27 : Que doit-on observer dans le suivi du projet d'accompagnement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Les effets positifs ET négatifs des actions mises en place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préconise d'observer 'les effets positifs et négatifs des actions mises en place en faveur de l'usager' pour 'effectuer en conséquence les ajustements nécessaires.' Cette observation doit aboutir à une co-évaluation de l'impact des actions.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27 / 100   |   Repère 1 – Projet personnalisé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le document envisage-t-il la sortie de l'usager de la structure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Comme une rupture nette clôturant l'accompagnement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Comme une étape du parcours à part entière, à préparer et accompagner en travaillant en réseau</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Comme une procédure purement administrative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Comme un événement hors du champ de la bientraitance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Comme une décision unilatérale de l'institution</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28 : Comment le document envisage-t-il la sortie de l'usager de la structure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Comme une étape du parcours à part entière, à préparer et accompagner en travaillant en réseau</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sortie est 'considérée comme une étape du parcours à part entière'. Les professionnels doivent réfléchir aux mesures pour faciliter cette transition, travailler en réseau avec d'autres intervenants. L'équilibre entre risques d'institutionnalisation et risques de rechute doit être soigneusement réfléchi.</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28 / 100   |   Repère 1 – Projet personnalisé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29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29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Communiquer jusqu'à la fin de vie implique pour les professionnels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Informer systématiquement l'usager de son pronostic médical</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Penser la communication (y compris non-verbale) pour promouvoir le respect de l'intimité, avec hospitalité importante pour les proches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Réduire les interactions pour ne pas perturber l'usager</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Déléguer la communication aux seules équipes médicales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29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29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29 : Communiquer jusqu'à la fin de vie implique pour les professionnels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Penser la communication (y compris non-verbale) pour promouvoir le respect de l'intimité, avec hospitalité importante pour les proches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communication en fin de vie doit être 'pensée pour promouvoir le respect de l'intimité de la personne de manière extrêmement étendue' (environnement sonore, olfactif, visuel agréable). Une communication non-verbale est préconisée si nécessaire, et 'une hospitalité importante à l'égard des proches.'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29 / 100   |   Repère 1 – Projet personnalisé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Le projet d'accueil et d'accompagnement doit être remis à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 direction de l'établissement uniquement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L'usager et être accessible à tous les acteurs de la structure en lien avec la personne accueillie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La famille uniquement</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Le médecin traitant uniquement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L'autorité de tarification et de contrôle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1 – Projet personnalisé</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30 : Le projet d'accueil et d'accompagnement doit être remis à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L'usager et être accessible à tous les acteurs de la structure en lien avec la personne accueillie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précise que le projet 'soit remis à l'usager et accessible à tous les acteurs de la structure en lien avec la personne accueillie.' Cela garantit la transparence et la cohérence de l'accompagnement.</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30 / 100   |   Repère 1 – Projet personnalisé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est le fondement de l'intervention professionnelle selon le repère 2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L'efficacité technico-médicale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Le respect de la singularité de l'usager</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La rentabilité économique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La conformité aux procédures internes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31 : Quel est le fondement de l'intervention professionnelle selon le repère 2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 respect de la singularité de l'usager</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repère 2 s'intitule 'La qualité du lien entre professionnels et usagers', et sa première dimension est 'Le respect de la singularité, fondement de l'intervention'. L'accueil doit être conçu pour ne pas accroître la vulnérabilité ni la dépendance.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31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préconise le document concernant la relation affective entre professionnels et usagers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L'interdire totalement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L'encourager sans limite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Mener une réflexion collective encadrée par des règles déontologiques, autour de la 'juste distance'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La déléguer aux psychologues exclusivement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La formaliser uniquement dans les contrats de séjour</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32 : Que préconise le document concernant la relation affective entre professionnels et usagers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Mener une réflexion collective encadrée par des règles déontologiques, autour de la 'juste distance'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préconise 'une réflexion collective sur les formes de lien et de relation encouragées ou au contraire inacceptables' et 'une réflexion autour de la juste distance et de tous les gestes ou comportements qui sont susceptibles de la concrétiser.'</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32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le document traite-t-il le roulement du personnel auprès des usagers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Inévitable, les usagers doivent s'y adapter</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Il doit être limité grâce à une réflexion de l'encadrement, avec des procédures de transmission rigoureuses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Il est bénéfique car il diversifie les expériences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Géré uniquement par les ressources humaines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Sans impact si les protocoles sont respectés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33 : Comment le document traite-t-il le roulement du personnel auprès des usagers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Il doit être limité grâce à une réflexion de l'encadrement, avec des procédures de transmission rigoureuses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que la rotation 'fasse l'objet d'une réflexion de l'encadrement pour être limitée, afin de ne pas déstabiliser l'usager.' Des procédures de transmission rigoureuses (orales et écrites) sont recommandées, et l'usager doit être informé des échanges qui le concernent.</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33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formalise le contrat de séjour ou le document individuel de prise en charge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Uniquement les obligations financières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Le respect de la singularité de la personne, en éclairant les usagers sur les modalités de fonctionnement et en instaurant une relation claire en termes de droits et d'obligations réciproques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Les prescriptions médicales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Le règlement de fonctionnement interne uniquement</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34 : Que formalise le contrat de séjour ou le document individuel de prise en charge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 respect de la singularité de la personne, en éclairant les usagers sur les modalités de fonctionnement et en instaurant une relation claire en termes de droits et d'obligations réciproques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Ces documents doivent être 'des occasions d'éclairer les usagers et leurs proches sur toutes les modalités de fonctionnement de l'établissement ou du service, et d'instaurer une relation claire en termes de droits et d'obligations réciproques.'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34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doit faire un professionnel si une demande de l'usager ne peut être satisfaite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Ignorer la demande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Apporter un refus motivé ou une explication adaptée, pour que l'usager ne perde pas l'envie ni la possibilité d'adresser des demandes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Transmettre systématiquement à la direction</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Inviter l'usager à formuler sa demande par écrit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Orienter immédiatement vers une autre structure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35 : Que doit faire un professionnel si une demande de l'usager ne peut être satisfaite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Apporter un refus motivé ou une explication adaptée, pour que l'usager ne perde pas l'envie ni la possibilité d'adresser des demandes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qu''un refus motivé ou une explication soit apporté à l'usager, de façon à ce qu'il ne perde pas l'envie ni la possibilité d'adresser des demandes.' Un mode de communication adapté est préconisé pour accompagner ce refus.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35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la recommandation envisage-t-elle le cadre institutionnel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Souple et adaptable au gré des demandes individuelles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Stable, avec des règles claires et sécurisantes, tout en évitant l'excès de rigidité</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Le plus contraignant possible pour la sécurité</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Secondaire par rapport aux relations individuelles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36 : Comment la recommandation envisage-t-elle le cadre institutionnel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Stable, avec des règles claires et sécurisantes, tout en évitant l'excès de rigidité</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posture bientraitante 'comporte le nécessaire souci de maintenir un cadre institutionnel stable, avec des règles claires et sécurisantes pour tous.' En même temps, le rappel à la règle ne doit pas 'glisser dans l'excès de rigidité institutionnelle.'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36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Concernant les actes violents d'usagers ayant un handicap mental ou psychique, que recommande le document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Les excuser systématiquement en raison du handicap</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Appliquer des sanctions identiques à tout usager</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Ne pas systématiquement rapporter les transgressions au handicap, et élaborer avec eux une socialisation construite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Orienter immédiatement vers une structure psychiatrique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Ignorer ces comportements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37 : Concernant les actes violents d'usagers ayant un handicap mental ou psychique, que recommande le document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Ne pas systématiquement rapporter les transgressions au handicap, et élaborer avec eux une socialisation construite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Il est recommandé 'de ne pas systématiquement les rapporter au handicap, ce qui conduirait à réduire la personne à son handicap et à renoncer à élaborer avec elle une socialisation construite.' Il faut distinguer handicap et transgression, tout en rappelant les règles de manière adaptée.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37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En cas de violence au sein d'une structure, quelle est la première action recommandée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Rédiger un rapport d'incident avant toute intervention</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Convoquer une réunion d'équipe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Intervenir immédiatement, de jour comme de nuit, de manière adaptée, quelle que soit la forme de violence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Contacter les forces de l'ordre systématiquement</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38 : En cas de violence au sein d'une structure, quelle est la première action recommandée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Intervenir immédiatement, de jour comme de nuit, de manière adaptée, quelle que soit la forme de violence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est claire : 'quelles que soient sa forme et sa gravité, toute forme de violence en établissement fasse l'objet d'une intervention immédiate, de jour comme de nuit, et de manière adaptée par le professionnel présent.' L'analyse distanciée vient dans un second temps.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38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39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39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doit être effectué le rappel à la règle en cas de manquement d'un usager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De manière publique pour l'exemplarité</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Par un professionnel habilité, de façon adaptée à la capacité de compréhension, avec maintien de la communication, sans jugement sur la personne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En la forme d'une sanction automatique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Uniquement par la direction</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Par courrier écrit à l'usager et à ses proches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39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39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39 : Comment doit être effectué le rappel à la règle en cas de manquement d'un usager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Par un professionnel habilité, de façon adaptée à la capacité de compréhension, avec maintien de la communication, sans jugement sur la personne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rappel à la règle doit être effectué 'par un professionnel habilité, adapté à la capacité de compréhension de l'usager', avec maintien de la communication, 'pour que la solidité du cadre ne devienne pas rigidité punitive'. Il ne doit 'pas induire un éventuel jugement sur la personne.'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39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doit-il se passer après un acte de violence au sein d'une structure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Classer l'événement</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Sanctionner immédiatement le responsable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Faire l'objet d'un écrit puis d'une analyse distanciée pour repérer les origines et rechercher collectivement des mesures correctrices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Informer uniquement la famille de l'usager concerné</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2 – Qualité du lien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40 : Que doit-il se passer après un acte de violence au sein d'une structure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Faire l'objet d'un écrit puis d'une analyse distanciée pour repérer les origines et rechercher collectivement des mesures correctrices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L'événement doit 'faire l'objet d'un écrit puis d'une analyse distanciée dans le temps, afin d'en repérer les origines et d'en rechercher collectivement des mesures correctrices, dans une volonté de prévention et de compréhension.' Un tiers ou une médiation peuvent être sollicités.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40 / 100   |   Repère 2 – Qualité du lien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Pourquoi l'analyse des familles et des proches sur la situation de l'usager est-elle précieuse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Car ils sont les financeurs légaux</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Car ils ont souvent accompagné l'usager et répondu à ses besoins avant l'intervention des professionnels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Car la loi leur confère un droit de veto</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Car ils sont plus objectifs que les professionnels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Car ils connaissent les préférences médicales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41 : Pourquoi l'analyse des familles et des proches sur la situation de l'usager est-elle précieuse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Car ils ont souvent accompagné l'usager et répondu à ses besoins avant l'intervention des professionnels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souligne que 'les familles et les proches des usagers ont été bien souvent en situation de les accompagner et de répondre à leurs besoins avant l'intervention des professionnels, ils sont détenteurs d'une analyse sur sa situation qui est extrêmement précieuse.'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41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posture les professionnels doivent-ils adopter vis-à-vis des relations usager/proches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Encourager uniquement les relations jugées bénéfiques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S'impliquer pour améliorer les relations familiales dysfonctionnelles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Maintenir des positionnements neutres et sans jugement de valeur</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Prendre systématiquement le parti de l'usager</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42 : Quelle posture les professionnels doivent-ils adopter vis-à-vis des relations usager/proches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Maintenir des positionnements neutres et sans jugement de valeur</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Les professionnels doivent 'garder à tout moment une approche factuelle, sans jugement de valeur, de ces relations intimes.' Ce positionnement neutre ne signifie pas l'indifférence : 'le discernement et l'attention bienveillante des professionnels sont au contraire préconisés.'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42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recommande le document pour les usagers en situation d'isolement social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Accepter leur situation si c'est leur choix</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Les orienter vers des structures spécialisées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Leur offrir des occasions de se créer des réseaux primaires (rencontres, activités) avec leur accord</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Contacter systématiquement la famille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Documenter l'isolement sans intervenir</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43 : Que recommande le document pour les usagers en situation d'isolement social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Leur offrir des occasions de se créer des réseaux primaires (rencontres, activités) avec leur accord</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Pour les usagers isolés, la recommandation préconise que 'la structure lui offre des occasions de se créer des réseaux primaires, grâce à des rencontres ou à des activités à l'intérieur ou à l'extérieur de la structure.' Cela se fait 'avec l'accord de l'usager.'</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43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Pourquoi la mutualisation des expériences entre structures est-elle importante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Pour standardiser les pratiques à l'échelle nationale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Pour réduire les coûts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Pour enrichir les pratiques, identifier d'éventuelles dérives, rompre l'isolement des professionnels et favoriser les échanges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Pour satisfaire les exigences d'évaluation externe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44 : Pourquoi la mutualisation des expériences entre structures est-elle importante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Pour enrichir les pratiques, identifier d'éventuelles dérives, rompre l'isolement des professionnels et favoriser les échanges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mutualisation 'contribue à rompre l'isolement dans lequel les professionnels peuvent se trouver'. Elle permet de 'mutualiser les expériences et de mettre à disposition les outils les plus pertinents' et d''identifier, le cas échéant, des dérives de pratiques dont ils ne sont pas conscients.'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44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Pour qu'une culture participative soit réelle, que doit faire la structure avec les avis recueillis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Les archiver dans les comptes-rendus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Les prendre en compte uniquement s'ils sont unanimes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Apporter une réponse transparente avec compte-rendu diffusé, suivi formalisé, motivations et échéances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Les soumettre au vote du personnel</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Les transmettre à l'autorité de contrôle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45 : Pour qu'une culture participative soit réelle, que doit faire la structure avec les avis recueillis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Apporter une réponse transparente avec compte-rendu diffusé, suivi formalisé, motivations et échéances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Les échanges formalisés 'doivent faire l'objet d'un compte-rendu diffusé à tous les participants.' Les requêtes doivent être suivies formellement : 'faire figurer les réponses de la structure ainsi que leurs motivations en cas de réponse négative, et leurs échéances de réalisation en cas de réponse favorable.'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45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est le risque d'une sollicitation trop fréquente ou contraignante des usagers pour s'exprimer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Augmenter leur niveau d'exigence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Être contraire à l'esprit de contribution libre visé par la recommandation</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Entraîner des contentieux juridiques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Mobiliser trop de ressources professionnelles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46 : Quel est le risque d'une sollicitation trop fréquente ou contraignante des usagers pour s'exprimer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Être contraire à l'esprit de contribution libre visé par la recommandation</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précise qu''une sollicitation trop impérieuse ou fréquente des usagers serait contraire à l'esprit de contribution libre.' Elle 'ne doit induire aucune obligation de participation ni d'expression lorsque l'usager ne le souhaite pas.'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46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participation des usagers est encadrée légalement par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 loi 2007 sur la protection de l'enfance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L'article 311-6 du Code de l'Action Sociale et des Familles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Les recommandations HAS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La loi 2005 sur le handicap</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Les décisions de justice individuelles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47 : La participation des usagers est encadrée légalement par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L'article 311-6 du Code de l'Action Sociale et des Familles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cite 'l'article 311-6 du Code de l'Action Sociale et des Familles' qui prévoit la mise en place de 'lieux d'expression et de participation'. Le conseil de la vie sociale et les groupes d'expression en sont des exemples.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47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condition est essentielle pour toute démarche de recherche impliquant des usagers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L'accord de l'autorité de tutelle uniquement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Le consentement éclairé des personnes, recherché et recueilli de manière formalisée, dans le respect de la confidentialité</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La signature du médecin traitant</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L'anonymisation systématique sans consentement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Le paiement d'une indemnité</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48 : Quelle condition est essentielle pour toute démarche de recherche impliquant des usagers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 consentement éclairé des personnes, recherché et recueilli de manière formalisée, dans le respect de la confidentialité</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'Ces démarches doivent être respectueuses des individus, et n'engager que des personnes dont le consentement éclairé a été recherché et recueilli de manière formalisée.' Ce recueil s'effectue 'dans les conditions de confidentialité et de respect du droit des usagers qui s'imposent.'</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48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49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49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attitude est recommandée vis-à-vis des pathologies peu connues dans les structures médico-sociales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Se résigner à l'absence de solutions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Refuser la résignation et mettre en place des dispositifs de coopération avec les équipes de recherche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Orienter systématiquement vers les hôpitaux</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Appliquer des protocoles de soins standard</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Solliciter exclusivement des experts extérieurs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49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49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49 : Quelle attitude est recommandée vis-à-vis des pathologies peu connues dans les structures médico-sociales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Refuser la résignation et mettre en place des dispositifs de coopération avec les équipes de recherche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'un refus de la résignation à l'égard des troubles dont ils peuvent être atteints et la mise en place de dispositifs de coopération avec les équipes de recherche.' Les structures doivent 'participer au progrès de la connaissance médicale au bénéfice des usagers.'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49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Combien de grandes dimensions composent le repère 3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2</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3</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4</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5</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3 – Enrichissement des structures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50 : Combien de grandes dimensions composent le repère 3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4</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repère 3 comprend 4 dimensions : (1) Travailler avec l'entourage et respecter les relations avec les proches, (2) L'articulation avec les ressources extérieures, (3) La promotion de l'expression et de l'échange des perspectives, (4) L'ouverture à l'évaluation et à la recherche.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50 / 100   |   Repère 3 – Enrichissement des structures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Pourquoi le soutien aux professionnels est-il une composante de la bientraitance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Pour respecter le droit du travail uniquement</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Car les ressources de créativité, d'intelligence et de sollicitude des professionnels doivent pouvoir s'exprimer, et des risques comme le burn-out doivent être pris en compte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Pour améliorer l'image de l'établissement</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Car les professionnels sont plus importants que les usagers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51 : Pourquoi le soutien aux professionnels est-il une composante de la bientraitance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Car les ressources de créativité, d'intelligence et de sollicitude des professionnels doivent pouvoir s'exprimer, et des risques comme le burn-out doivent être pris en compte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reconnaît que 'certains risques doivent être pris en compte – découragement, burn-out, recours à des formes d'action standardisées à l'extrême' et que 'les ressources de créativité, d'intelligence et de sollicitude des professionnels doivent trouver l'occasion de s'exprimer le plus pleinement possible.'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51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est l'avantage des espaces d'échange entre professionnels autour des observations quotidiennes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Identifier les professionnels peu performants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Construire une vision plus riche des besoins des usagers en croisant toutes les perspectives, y compris les plus quotidiennes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Remplacer les formations continues obligatoires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Réduire le temps de travail</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Constituer une preuve pour les évaluations externes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52 : Quel est l'avantage des espaces d'échange entre professionnels autour des observations quotidiennes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Construire une vision plus riche des besoins des usagers en croisant toutes les perspectives, y compris les plus quotidiennes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Ces espaces 'permettent de construire une vision plus riche du parcours et des besoins des usagers, en croisant l'ensemble des perspectives qui les concernent, y compris les perspectives les plus quotidiennes et les moins techniques.' Aucune catégorie de professionnels ne doit se sentir isolée.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52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Quand les professionnels sont-ils les mieux à même de déployer la bientraitance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Lorsqu'ils sont bien rémunérés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Lorsqu'ils ont des conditions de travail optimales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Lorsqu'ils trouvent un sens à leur mission</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Lorsqu'ils bénéficient d'une formation récente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53 : Quand les professionnels sont-ils les mieux à même de déployer la bientraitance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Lorsqu'ils trouvent un sens à leur mission</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'C'est lorsqu'ils trouvent un sens à leur mission que les professionnels sont le mieux à même de déployer la bientraitance.' Ce travail sur le sens 'permet de développer un sentiment d'appartenance autour de valeurs partagées, de fédérer les professionnels autour d'une dynamique.'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53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Pourquoi les professionnels ont-ils intérêt à associer leurs regards pour appréhender un usager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Pour partager la responsabilité juridique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Car les individus se conduisent différemment selon les situations, nécessitant une connaissance plus fine pour des actions plus adaptées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Pour gagner du temps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Pour satisfaire aux exigences réglementaires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54 : Pourquoi les professionnels ont-ils intérêt à associer leurs regards pour appréhender un usager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Car les individus se conduisent différemment selon les situations, nécessitant une connaissance plus fine pour des actions plus adaptées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souligne que 'les individus se conduisent différemment et montrent d'eux-mêmes des aspects variés' selon les situations. Associer les regards permet 'une connaissance plus fine et donc mettre en place des actions plus adaptées.'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54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recommande le document pour favoriser la culture de l'écrit chez les professionnels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Imposer des rapports quotidiens avec sanctions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Encourager à écrire régulièrement sur un support identifié, avec une relecture bienveillante et sans jugement sur la forme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Former uniquement les diplômés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Déléguer aux secrétaires médicales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Utiliser exclusivement des formulaires numériques standardisés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55 : Que recommande le document pour favoriser la culture de l'écrit chez les professionnels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Encourager à écrire régulièrement sur un support identifié, avec une relecture bienveillante et sans jugement sur la forme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que les professionnels soient 'encouragés à écrire de manière régulière, sur un support clairement identifié et accessible', avec 'une lecture bienveillante de leurs remarques et une absence de jugement sur les maladresses de forme.' Le contenu, lui, mérite d'être encadré.</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55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doit être accueilli un nouveau professionnel dans une structure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En lui remettant le règlement intérieur et le projet d'établissement</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Par un accompagnement spécifique : prise de connaissance du projet, familiarisation, soutien dans les premières pratiques, puis formation sur les publics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En le plaçant directement en situation d'immersion</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En lui assignant un usager-référent pour son intégration</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56 : Comment doit être accueilli un nouveau professionnel dans une structure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Par un accompagnement spécifique : prise de connaissance du projet, familiarisation, soutien dans les premières pratiques, puis formation sur les publics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nouveau professionnel doit 'faire l'objet d'un accueil préparé et réfléchi', avec des 'formes d'accompagnement spécifique pendant les premiers temps' pour prendre connaissance du projet, se familiariser avec le fonctionnement et être soutenu dans ses premières pratiques. Une formation sur les spécificités des publics est préconisée.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56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est l'objectif des temps d'échange réguliers pour les professionnels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Respecter les obligations légales de réunion</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Permettre l'expression des difficultés, leur mutualisation et l'analyse collective pour surmonter les difficultés ou s'en distancier par la parole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Informer l'encadrement des dysfonctionnements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Planifier les congés de l'équipe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Évaluer individuellement les performances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57 : Quel est l'objectif des temps d'échange réguliers pour les professionnels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Permettre l'expression des difficultés, leur mutualisation et l'analyse collective pour surmonter les difficultés ou s'en distancier par la parole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Ces temps 'ont vocation à permettre la mutualisation des expériences et l'analyse collective pour trouver le meilleur moyen de surmonter la difficulté rencontrée et, s'il n'en existe pas, de soulager le professionnel qui la rencontre en lui permettant de s'en distancier par la parole.'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57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Pourquoi la réflexion éthique des professionnels est-elle essentielle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Pour satisfaire aux exigences légales d'évaluation</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Car face à des situations sans réponse immédiate, elle permet de maintenir 'vivant le désir d'agir pour et avec l'autre' et d'apporter une ressource de pensée indispensable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Pour identifier les professionnels susceptibles de maltraitance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Car elle est requise par le Code de l'Action Sociale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58 : Pourquoi la réflexion éthique des professionnels est-elle essentielle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Car face à des situations sans réponse immédiate, elle permet de maintenir 'vivant le désir d'agir pour et avec l'autre' et d'apporter une ressource de pensée indispensable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réflexion éthique est nécessaire car les situations complexes peuvent conduire les professionnels 'à se décourager ou à perdre leur créativité'. La réflexion collective 'vise à maintenir vivante la richesse humaine qui se déploie à la faveur des accompagnements, et à soutenir les professionnels dans leur légitime recherche de sens, de fierté et de plaisir professionnels.'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58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59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59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doit faire l'encadrement concernant les événements indésirables cités par les professionnels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Les classer pour constituer un dossier disciplinaire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Les transmettre immédiatement aux autorités de contrôle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En faire un recueil et une analyse régulière pour en tirer des enseignements et mettre en place les mesures d'ajustement utiles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Les minimiser pour maintenir la motivation</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59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59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59 : Que doit faire l'encadrement concernant les événements indésirables cités par les professionnels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En faire un recueil et une analyse régulière pour en tirer des enseignements et mettre en place les mesures d'ajustement utiles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précise que 'l'encadrement des structures mette en place un recueil et une analyse régulière des événements indésirables cités par les professionnels pour en tirer des enseignements sur le fonctionnement quotidien et mettre en place les mesures d'ajustement utiles.'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59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Quelles sont les trois qualités importantes de l'encadrement bientraitant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Autorité, rigueur et efficacité</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Engagement (éthique de la conviction), clairvoyance/anticipation (éthique de la responsabilité), justice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Bienveillance, disponibilité et compétence technique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Formation, expérience et ancienneté</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Autonomie, créativité et adaptabilité</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Repère 4 – Soutien aux professionnels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60 : Quelles sont les trois qualités importantes de l'encadrement bientraitant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Engagement (éthique de la conviction), clairvoyance/anticipation (éthique de la responsabilité), justice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L'encadrement doit avoir : une qualité d'engagement (éthique de la conviction) pour porter le projet collectif ; une qualité de clairvoyance et d'anticipation (éthique de la responsabilité) ; une qualité de justice 'pour permettre aux professionnels de travailler dans la transparence et sans crainte d'arbitraire.'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60 / 100   |   Repère 4 – Soutien aux professionnels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le projet d'établissement ou de service doit-il être construit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Par la direction seule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Avec le concours de tous les professionnels de l'établissement, pour qu'il soit fédérateur et mobilisateur</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Par un cabinet conseil extérieur</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À partir des textes législatifs uniquement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Par les usagers et leurs familles exclusivement</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61 : Comment le projet d'établissement ou de service doit-il être construit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Avec le concours de tous les professionnels de l'établissement, pour qu'il soit fédérateur et mobilisateur</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est claire : le projet 'soit construit avec le concours de tous les professionnels de l'établissement ou du service, pour qu'il soit fédérateur et mobilisateur et qu'ils puissent s'y reconnaître.'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61 / 100   |   Projet d'établissement et organisation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Le projet d'établissement formalisé a vocation à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Rester un écrit fixe servant de référence permanente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Évoluer et vivre en fonction des réactions des usagers et des réalisations ou difficultés rencontrées par les professionnels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Servir uniquement lors des évaluations externes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Être révisé uniquement lors des changements de direction</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62 : Le projet d'établissement formalisé a vocation à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Évoluer et vivre en fonction des réactions des usagers et des réalisations ou difficultés rencontrées par les professionnels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affirme que le projet 'n'a pas pour vocation de rester un écrit figé dans le temps : il a au contraire vocation à évoluer et à vivre en fonction des réactions des usagers' et 'des réalisations ou des difficultés rencontrées par les professionnels.'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62 / 100   |   Projet d'établissement et organisation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Qu'implique un encadrement respectueux des personnes pour les professionnels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Il augmente leur sentiment d'être contrôlés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Il leur permet d'être des acteurs à part entière, en les soutenant dans l'initiative et en évitant les organisations déresponsabilisantes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Il réduit leur autonomie professionnelle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Il garantit leur promotion hiérarchique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63 : Qu'implique un encadrement respectueux des personnes pour les professionnels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Il leur permet d'être des acteurs à part entière, en les soutenant dans l'initiative et en évitant les organisations déresponsabilisantes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affirme que ce mode d'encadrement 'a pour objectif de permettre aux professionnels d'être des acteurs à part entière dans l'accompagnement, ce qui suppose de les soutenir dans l'initiative et d'éviter toutes les formes d'organisation déresponsabilisantes.'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63 / 100   |   Projet d'établissement et organisation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visée éthique de la bientraitance, selon Paul Ricœur cité dans le document, est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'L'intérêt supérieur de l'usager en toutes circonstances'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'La visée de la vie bonne, avec et pour les autres, dans des institutions justes'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'Le respect absolu de l'autonomie de la personne'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'L'équilibre entre droits et devoirs de chaque acteur'</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64 : La visée éthique de la bientraitance, selon Paul Ricœur cité dans le document, est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 visée de la vie bonne, avec et pour les autres, dans des institutions justes'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conclut en citant Paul Ricœur : la visée éthique contenue dans la bientraitance 'est la visée de la vie bonne, avec et pour les autres, dans des institutions justes.' C'est pourquoi la qualité de justice est présentée comme 'le ressort incontournable de la bientraitance.'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64 / 100   |   Projet d'établissement et organisation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Les interactions de l'encadrement avec les professionnels doivent être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Focalisées sur le contrôle et la conformité</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Cohérentes avec les objectifs de bientraitance, respectueuses des personnes, soucieuses de réserver aux équipes une possibilité de pensée, de parole et d'autonomie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Axées sur l'évaluation individuelle des performances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Limitées pour préserver l'indépendance des équipes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Exclusivement liées aux questions techniques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Projet d'établissement et organisation</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65 : Les interactions de l'encadrement avec les professionnels doivent être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Cohérentes avec les objectifs de bientraitance, respectueuses des personnes, soucieuses de réserver aux équipes une possibilité de pensée, de parole et d'autonomie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L'encadrement doit être 'en premier lieu respectueux des personnes et soucieux de réserver aux équipes une possibilité de pensée, de parole et d'autonomie et en second lieu, attentif à la cohérence des actions mises en œuvre avec les principes et les intentions annoncées en matière de bientraitance.'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65 / 100   |   Projet d'établissement et organisation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est le caractère particulier de cette recommandation dans l'ensemble des recommandations ANESM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C'est la première recommandation jamais publiée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C'est une recommandation-cadre, constituant un socle pour l'ensemble des recommandations futures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C'est une recommandation exclusivement destinée aux EHPAD</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C'est une recommandation opposable juridiquement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C'est une recommandation provisoire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66 : Quel est le caractère particulier de cette recommandation dans l'ensemble des recommandations ANESM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C'est une recommandation-cadre, constituant un socle pour l'ensemble des recommandations futures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précise que 'la recommandation sur la bientraitance a un caractère de recommandation-cadre. Elle précise les grandes orientations recommandées aux structures' et 'constitue ainsi un cadre de référence pour l'ensemble des recommandations de l'ANESM.'</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66 / 100   |   Vocation et méthode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Combien de repères pour la mise en œuvre sont identifiés dans la deuxième partie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2</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3</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4</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5</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6</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67 : Combien de repères pour la mise en œuvre sont identifiés dans la deuxième partie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4</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Quatre repères : (1) L'usager co-auteur de son parcours, (2) La qualité du lien entre professionnels et usagers, (3) L'enrichissement des structures et des accompagnements par toutes les contributions internes et externes, (4) Le soutien aux professionnels dans leur démarche de bientraitance.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67 / 100   |   Vocation et méthode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la recommandation doit-elle être utilisée par les établissements et services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Par une lecture littérale mettant en obligation de répondre à chaque exigence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Par une appropriation et une mise en œuvre adaptées à leurs spécificités, dans une dynamique d'exigence collective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En l'appliquant simultanément dans tous ses aspects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En la soumettant à l'approbation de l'autorité de contrôle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En la traduisant directement en procédures obligatoires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68 : Comment la recommandation doit-elle être utilisée par les établissements et services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Par une appropriation et une mise en œuvre adaptées à leurs spécificités, dans une dynamique d'exigence collective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précise que 'la bientraitance soit en effet une dynamique d'exigence collective qui, en tant que telle, soit reçue par chaque structure de manière singulière, selon ses spécificités et ses missions. La recommandation nécessite une appropriation et une mise en œuvre adaptées et non pas une lecture littérale.'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68 / 100   |   Vocation et méthode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69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69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méthode a été retenue pour élaborer cette recommandation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 méthode Delphi</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La revue systématique de la littérature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Le consensus simple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L'expérimentation contrôlée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Le consensus formalisé par jury</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69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69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69 : Quelle méthode a été retenue pour élaborer cette recommandation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 consensus simple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précise que 'la méthode du consensus simple a été retenue. Elle s'appuie sur un groupe de travail et un groupe de lecture.' Elle est 'particulièrement adaptée lorsque les questions à résoudre sont nombreuses, les données disponibles abondantes et la controverse professionnelle ou sociétale limitée.'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69 / 100   |   Vocation et méthode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À qui s'adresse la recommandation sur la bientraitance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Uniquement aux directeurs d'établissements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Uniquement aux professionnels soignants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À l'ensemble des professionnels, aux organismes gestionnaires, et aussi aux associations d'usagers, aux usagers et à leurs proches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Uniquement aux évaluateurs externes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Aux seules structures accueillant des personnes âgées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Vocation et méthode</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70 : À qui s'adresse la recommandation sur la bientraitance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À l'ensemble des professionnels, aux organismes gestionnaires, et aussi aux associations d'usagers, aux usagers et à leurs proches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's'adresse à l'ensemble des professionnels, sans préjudice des dispositions législatives ou réglementaires spécifiques.' Elle concerne également 'les organismes gestionnaires' et 'est destinée aussi aux associations d'usagers, aux usagers et à leurs proches.'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70 / 100   |   Vocation et méthode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Quels sont les besoins fondamentaux de l'usager identifiés dans la recommandation (selon Marcel Hérault)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Sécurité, alimentation, soins médicaux, hébergement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Cadre sécurisant, activité/utilité, reconnaissance/valorisation, tendresse/lien aux autres, liberté</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Autonomie, participation, dignité, vie privée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Accompagnement, formation, emploi, logement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Communication, éducation, santé, loisirs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71 : Quels sont les besoins fondamentaux de l'usager identifiés dans la recommandation (selon Marcel Hérault)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Cadre sécurisant, activité/utilité, reconnaissance/valorisation, tendresse/lien aux autres, liberté</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Marcel Hérault (Sésame, 2007) identifie : le besoin d'un cadre de vie sécurisant, le besoin d'activité, de se rendre utile, le besoin d'être reconnu et valorisé, de progresser et de grandir, le besoin de tendresse et d'amour, d'être avec les autres et de communiquer, et le besoin de liberté.</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71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Pourquoi la bientraitance est-elle qualifiée d''enjeu d'une société tout entière'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Car elle concerne uniquement les personnes les plus vulnérables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Car elle s'inscrit dans le projet éthique qui tente d'articuler les situations singulières avec des valeurs partagées (liberté, justice, solidarité, dignité)</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Car elle est coûteuse financièrement pour la collectivité</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Car elle est imposée par les textes internationaux</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72 : Pourquoi la bientraitance est-elle qualifiée d''enjeu d'une société tout entière'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Car elle s'inscrit dans le projet éthique qui tente d'articuler les situations singulières avec des valeurs partagées (liberté, justice, solidarité, dignité)</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bientraitance 's'inscrit dans le projet éthique indissociable de l'action sociale et médico-sociale, qui est une tentative d'articuler le plus justement possible les situations les plus singulières avec les valeurs les plus partagées – valeurs de liberté, de justice, de solidarité, de respect de la dignité.'</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72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bientraitance peut-elle se passer d'une intention positive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Oui, l'acte concret suffit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Non, sans intention positive elle devient une action arbitraire ; mais sans acte concret elle se limite à une bonne intention</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Oui, la bientraitance est définie uniquement par le résultat</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Non, mais l'intention positive suffit à la garantir</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Cela dépend du type de structure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73 : La bientraitance peut-elle se passer d'une intention positive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Non, sans intention positive elle devient une action arbitraire ; mais sans acte concret elle se limite à une bonne intention</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précise que 'la bientraitance ne peut se passer ni d'une intention positive (sans quoi elle est une action arbitraire), ni d'un acte concret (sans quoi elle se limite à une bonne intention).' L'aller-retour permanent entre penser et agir est fondamental.</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73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L'information sur les recommandations de bonnes pratiques doit-elle être communiquée aux usagers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Non, ce sont des documents réservés aux professionnels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Oui, sur des supports adaptés et conformes aux modalités d'appropriation de l'établissement</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Oui, mais uniquement aux représentants légaux</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Non, cela risquerait de créer des contentieux</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74 : L'information sur les recommandations de bonnes pratiques doit-elle être communiquée aux usagers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Oui, sur des supports adaptés et conformes aux modalités d'appropriation de l'établissement</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'qu'une information à l'usager concernant les recommandations de bonnes pratiques professionnelles soit mise en œuvre en les déclinant sur des supports adaptés et conformes aux modalités d'appropriation que l'établissement ou le service a privilégié.'</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74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Dans quel objectif le document recommande-t-il de promouvoir l'estime de soi des usagers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Pour améliorer leur bien-être psychologique uniquement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Car l'élaboration d'une image valorisante va 'de pair avec la mise en œuvre d'une réelle autonomie dans la vie quotidienne'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Pour faciliter leur intégration en groupes d'activités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Pour répondre aux exigences du projet personnalisé</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Pour prévenir les comportements agressifs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75 : Dans quel objectif le document recommande-t-il de promouvoir l'estime de soi des usagers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Car l'élaboration d'une image valorisante va 'de pair avec la mise en œuvre d'une réelle autonomie dans la vie quotidienne'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Les professionnels doivent 'entreprendre avec eux un travail sur leur estime de soi et les accompagner dans l'élaboration d'une image et d'une description d'eux-mêmes valorisantes, car celles-ci vont de pair avec la mise en œuvre d'une réelle autonomie dans la vie quotidienne.'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75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signifie le trait d'union dans l'ancien terme 'bien-traitance'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Il séparait le préfixe de valeur du terme principal</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Il signifiait le lien entre tous ceux qui prenaient part à la démarche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Il était une convention orthographique de l'époque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Il distinguait les bonnes pratiques des pratiques ordinaires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76 : Que signifie le trait d'union dans l'ancien terme 'bien-traitance'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Il signifiait le lien entre tous ceux qui prenaient part à la démarche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Pour ses créateurs, 'le trait d'union du terme de bien-traitance signifiait le lien entre tous ceux qui prenaient part à la démarche.' Cela illustrait le caractère collectif et systémique de l'approche.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76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la bientraitance naît-elle selon la recommandation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D'un ensemble de protocoles bien appliqués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D'un équilibre entre un fond commun d'exigences permanentes et une interprétation dynamique, au croisement des perspectives de toutes les parties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De la seule bonne volonté des professionnels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Des décisions managériales de la direction</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77 : Comment la bientraitance naît-elle selon la recommandation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D'un équilibre entre un fond commun d'exigences permanentes et une interprétation dynamique, au croisement des perspectives de toutes les parties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bientraitance 'naît d'un équilibre entre un fond commun d'exigences permanentes – celle de répondre aux besoins fondamentaux de l'usager de la manière la plus individualisée et personnalisée possible – et une interprétation puis une mise en œuvre par définition ponctuelles et dynamiques.'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77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Quels acteurs doivent se croiser pour construire une bientraitance légitime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 direction et les professionnels soignants uniquement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Institutions, professionnels, usagers, familles et proches, bénévoles et parties prenantes ponctuelles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Les autorités de tarification et les organismes gestionnaires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Les usagers et leurs représentants légaux uniquement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Les médecins et les travailleurs sociaux</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78 : Quels acteurs doivent se croiser pour construire une bientraitance légitime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Institutions, professionnels, usagers, familles et proches, bénévoles et parties prenantes ponctuelles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bientraitance 'se définit au terme d'échanges continus entre tous les acteurs : institutions, professionnels, usagers, familles et proches des usagers, bénévoles et parties prenantes ponctuelles de l'accompagnement.'</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78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79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79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Qu'est-ce qui distingue la communication lors d'une intervention à domicile par rapport à l'accueil en établissement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Elle est moins formalisée car moins réglementée</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Elle requiert une phase de prise de contact et de familiarisation progressive, avec une adaptation très fine à l'environnement spécifique de la personne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Elle est identique à celle pratiquée en établissement</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Elle est entièrement déléguée aux proches de l'usager</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79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79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79 : Qu'est-ce qui distingue la communication lors d'une intervention à domicile par rapport à l'accueil en établissement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Elle requiert une phase de prise de contact et de familiarisation progressive, avec une adaptation très fine à l'environnement spécifique de la personne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Pour l'intervention à domicile, 'ce moment consiste dans une phase de prise de contact et de familiarisation progressive de l'usager avec les professionnels qui l'accompagneront, ainsi que leur mode d'intervention. Cette étape appelle une adaptation très fine des professionnels à la situation et à l'environnement spécifiques.'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79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Quels textes de l'ONU sont cités dans la recommandation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La Convention relative aux droits de l'enfant (1989)</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La Déclaration des Droits de l'Homme (1948), la Déclaration des Droits de l'enfant (1959), la Déclaration des droits des personnes handicapées (1975)</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La Convention contre la torture (1984)</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Le Pacte international relatif aux droits civils et politiques (1966)</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La Convention relative aux droits des personnes handicapées (2006)</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Synthèse et approfondissement</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80 : Quels textes de l'ONU sont cités dans la recommandation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 Déclaration des Droits de l'Homme (1948), la Déclaration des Droits de l'enfant (1959), la Déclaration des droits des personnes handicapées (1975)</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mentionne en note de bas de page : la Déclaration des Droits de l'Homme (1948), la Déclaration des Droits de l'enfant (1959) et la Déclaration des droits des personnes handicapées (1975). Elle cite également la Charte des droits fondamentaux de l'Union européenne (2000).</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80 / 100   |   Synthèse et approfondissement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 usager refuse une activité mais participe aux autres. Quelle est l'approche bientraitante recommandée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Imposer l'activité pour son bien</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Analyser les modalités de présentation, adapter si possible, et ne pas conditionner l'accès aux autres activités à ce refus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Signaler le refus dans le projet comme un point négatif</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Informer la famille pour obtenir leur soutien</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Exclure l'usager de l'activité définitivement</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81 : Un usager refuse une activité mais participe aux autres. Quelle est l'approche bientraitante recommandée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Analyser les modalités de présentation, adapter si possible, et ne pas conditionner l'accès aux autres activités à ce refus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refus doit faire l'objet d'un questionnement sur les modalités de présentation, puis d'un travail d'adaptation. Surtout, 'un refus ponctuel doit être pris en compte sans conditionner l'accompagnement de l'usager d'une manière générale ni l'accès à d'autres activités.'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81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 professionnel reprend l'accompagnement d'un usager dont il ne connaît pas l'histoire. Que préconise le document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Reprendre l'accompagnement à zéro</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S'appuyer sur des procédures de transmission rigoureuses, informer l'usager des échanges le concernant, sécuriser l'usager sur le fait que ses besoins et situation sont connus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Contacter uniquement le médecin traitant</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Attendre de connaître l'usager naturellement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Interroger la famille en priorité</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82 : Un professionnel reprend l'accompagnement d'un usager dont il ne connaît pas l'histoire. Que préconise le document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S'appuyer sur des procédures de transmission rigoureuses, informer l'usager des échanges le concernant, sécuriser l'usager sur le fait que ses besoins et situation sont connus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préconise 'la mise en place de procédures de transmission d'information rigoureuses, sous une forme orale et écrite', et de 'sécuriser les usagers sur le fait que leurs besoins et situation sont connus en dépit du changement d'intervenant.'</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82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 usager âgé souhaite prendre des risques dans sa vie quotidienne (se déplacer seul malgré un risque de chute). Comment procéder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Interdire le déplacement seul pour sa sécurité</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Mener un arbitrage pluridisciplinaire bénéfices/risques, en associant les proches si nécessaire, en veillant à ce que 'la liberté reste la règle et la restriction l'exception'</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Laisser l'usager totalement libre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Demander au médecin de trancher seul</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Imposer un accompagnement systématique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83 : Un usager âgé souhaite prendre des risques dans sa vie quotidienne (se déplacer seul malgré un risque de chute). Comment procéder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Mener un arbitrage pluridisciplinaire bénéfices/risques, en associant les proches si nécessaire, en veillant à ce que 'la liberté reste la règle et la restriction l'exception'</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préconise 'un arbitrage entre bénéfices et risques réfléchi dans une perspective pluridisciplinaire et au cas par cas', avec l'objectif que 'la liberté reste la règle et la restriction de liberté, l'exception.' La famille ou les proches doivent être associés à la décision le cas échéant.</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83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 professionnel avec 20 ans d'expérience pense ne pas avoir besoin de remettre ses pratiques en question. Quelle est la posture bientraitante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Sa longue expérience suffit à garantir la qualité</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La bientraitance est une démarche continue : 'aucune fin ne peut être fixée' et la réflexion et la collaboration continues sont nécessaires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Il peut servir de référent sans supervision</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Son expérience le dispense des temps d'échange collectifs</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84 : Un professionnel avec 20 ans d'expérience pense ne pas avoir besoin de remettre ses pratiques en question. Quelle est la posture bientraitante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 bientraitance est une démarche continue : 'aucune fin ne peut être fixée' et la réflexion et la collaboration continues sont nécessaires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'Aucune fin ne peut être fixée à la démarche de bientraitance. La recherche de bientraitance est une dynamique qui appelle de la part des professionnels, des usagers et de leurs proches, et des autres parties prenantes, une réflexion et une collaboration continues.'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84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Une famille exige que certains professionnels ne s'occupent pas de leur parent. Comment agir de manière bientraitante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Satisfaire toutes les demandes de la famille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Entendre et comprendre les demandes familiales, tout en maintenant une posture neutre et sans jugement, et en veillant à l'intérêt de l'usager et à la cohérence professionnelle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Refuser toute ingérence de la famille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Laisser l'usager trancher seul</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Signaler immédiatement à l'autorité de contrôle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85 : Une famille exige que certains professionnels ne s'occupent pas de leur parent. Comment agir de manière bientraitante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Entendre et comprendre les demandes familiales, tout en maintenant une posture neutre et sans jugement, et en veillant à l'intérêt de l'usager et à la cohérence professionnelle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préconise d'entendre et comprendre les demandes familiales 'pour instaurer des solutions de prise en charge pérennes et respectueuses des équilibres familiaux', tout en maintenant 'des positionnements professionnels neutres et sans jugement de valeur.' L'intérêt de l'usager reste la priorité.</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85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 adolescent en foyer refuse de participer à toutes les activités éducatives. Quelle démarche adopter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Forcer sa participation au nom de l'intérêt supérieur de l'enfant</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Questionner les modalités de présentation, chercher à comprendre le refus, adapter l'offre, traiter la non-adhésion comme un signal à analyser</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Signaler le refus à la Protection Judiciaire de la Jeunesse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Laisser l'adolescent entièrement libre de ses choix</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Informer le juge des enfants pour une décision</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86 : Un adolescent en foyer refuse de participer à toutes les activités éducatives. Quelle démarche adopter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Questionner les modalités de présentation, chercher à comprendre le refus, adapter l'offre, traiter la non-adhésion comme un signal à analyser</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non-adhésion doit 'systématiquement faire l'objet d'un questionnement.' Le document recommande de questionner les modalités de présentation pour s'assurer que le refus ne provient pas 'd'une maladresse ou d'une violence à cette étape de la rencontre.'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86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 professionnel s'implique très fortement émotionnellement auprès d'un usager au détriment de sa neutralité. Que recommande le document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Interdire toute relation affective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Soutenir le professionnel par une réflexion quotidienne sur la nature du lien et autour de la 'juste distance', éventuellement avec accompagnement psychologique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Changer le professionnel de service immédiatement</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Sanctionner le professionnel pour manquement déontologique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Autoriser librement toute forme de lien si l'usager le désire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87 : Un professionnel s'implique très fortement émotionnellement auprès d'un usager au détriment de sa neutralité. Que recommande le document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Soutenir le professionnel par une réflexion quotidienne sur la nature du lien et autour de la 'juste distance', éventuellement avec accompagnement psychologique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préconise que 'toutes les formes que prend le lien soient l'objet d'une réflexion quotidienne concrète pour les professionnels, et éventuellement d'un accompagnement psychologique.' Cela 'appelle une possibilité de réflexion autour de la juste distance et de tous les gestes ou comportements qui sont susceptibles de la concrétiser.'</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87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Comment traiter les observations quotidiennes des aides-soignants sur l'état d'un usager dans une perspective bientraitante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Les réserver aux seuls médecins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Les partager lors de temps d'échange réguliers, les formaliser par écrit, pour construire une vision plus riche et ajuster les actions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Les transmettre uniquement à l'infirmière référente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Les noter dans le cahier de transmission sans discussion</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Les archiver en attendant les réunions trimestrielles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88 : Comment traiter les observations quotidiennes des aides-soignants sur l'état d'un usager dans une perspective bientraitante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Les partager lors de temps d'échange réguliers, les formaliser par écrit, pour construire une vision plus riche et ajuster les actions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promeut l'échange autour des observations de proximité : les professionnels ont 'tout intérêt à associer leurs regards pour parvenir à une connaissance plus fine et donc mettre en place des actions plus adaptées.' Des temps d'échange réguliers et une culture de l'écrit sont recommandés.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88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89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89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Une structure accueille des usagers dont une pathologie rare ne dispose pas encore de traitement reconnu. Quelle est l'attitude bientraitante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Se résigner car aucune solution n'existe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Participer au progrès de la connaissance médicale en refusant la résignation, en coopérant avec des équipes de recherche, dans le respect des droits des usagers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Orienter tous ces usagers vers des hôpitaux spécialisés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Appliquer des soins palliatifs en attendant</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Attendre les nouvelles recommandations HAS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89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89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89 : Une structure accueille des usagers dont une pathologie rare ne dispose pas encore de traitement reconnu. Quelle est l'attitude bientraitante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Participer au progrès de la connaissance médicale en refusant la résignation, en coopérant avec des équipes de recherche, dans le respect des droits des usagers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préconise 'un refus de la résignation à l'égard des troubles dont ils peuvent être atteints et la mise en place de dispositifs de coopération avec les équipes de recherche.' Cela doit se faire dans le respect du consentement éclairé des personnes.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89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Un usager exprime des propos très critiques et angoissés sur son propre parcours. Comment réagir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Tenter de le rassurer en minimisant ses préoccupations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Faire en sorte que ces propos puissent avoir leur place au sein des échanges, en étant formés et soutenus pour accueillir ces moments de doute ou de détresse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Orienter immédiatement vers un professionnel de santé mentale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Éviter d'aborder ces sujets pour ne pas aggraver l'angoisse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Transcrire les propos dans le dossier sans y répondre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Applications pratiques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90 : Un usager exprime des propos très critiques et angoissés sur son propre parcours. Comment réagir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Faire en sorte que ces propos puissent avoir leur place au sein des échanges, en étant formés et soutenus pour accueillir ces moments de doute ou de détresse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préconise que 'les propos critiques ou angoissés de l'usager sur son parcours et la réflexion sur les événements douloureux passés ou à venir puissent avoir leur place au sein des échanges entre professionnels et usagers.' Les professionnels doivent être 'formés, accompagnés et soutenus pour accueillir ces moments de doute, de réflexion ou de détresse.'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90 / 100   |   Applications pratiques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91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Dans quel ouvrage de Max Weber l'éthique de la conviction et l'éthique de la responsabilité sont-elles décrites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Économie et Société</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Le Savant et le politique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L'Éthique protestante et l'esprit du capitalisme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La Domination légitime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91</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91</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91 : Dans quel ouvrage de Max Weber l'éthique de la conviction et l'éthique de la responsabilité sont-elles décrites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Le Savant et le politique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cite Max Weber : 'Éthique de la conviction et éthique de la responsabilité sont les deux dimensions du politique décrites par le sociologue Max Weber dans Le Savant et le politique (Paris: 10/18, 1963).'</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91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92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Dans quel horizon les pratiques professionnelles prennent-elles leur sens selon la recommandation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Principalement économique et gestionnaire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D'abord celui du droit international (ONU, UE), puis celui de l'environnement global (politique, social, économique, institutionnel)</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Exclusivement le droit français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Principalement médical et thérapeutique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Uniquement les recommandations de l'ANESM</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92</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92</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92 : Dans quel horizon les pratiques professionnelles prennent-elles leur sens selon la recommandation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D'abord celui du droit international (ONU, UE), puis celui de l'environnement global (politique, social, économique, institutionnel)</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précise que les pratiques 'prennent en outre leur sens dans un horizon plus large. Cet horizon est d'abord celui du droit international... Cet horizon est ensuite celui de l'environnement global dans lequel s'inscrivent les établissements et les services, à savoir le contexte politique, social, économique et institutionnel.'</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92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93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Charte des droits fondamentaux de l'Union européenne citée dans la recommandation date de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1990</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1995</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2000</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2005</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2007</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93</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93</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93 : La Charte des droits fondamentaux de l'Union européenne citée dans la recommandation date de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2000</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recommandation cite la 'Charte des droits fondamentaux de l'Union européenne (2000)' ainsi que 'les travaux du Conseil de l'Europe sur la question de la maltraitance, en particulier la publication Protection des adultes et des enfants handicapés contre les abus (2002).'</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93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94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Le rapport Belmont de 1979, cité dans la recommandation, portait sur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Les droits des personnes handicapées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La protection des sujets humains dans le cadre de la recherche biomédicale et comportementale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L'organisation des soins palliatifs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La maltraitance dans les institutions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L'accompagnement des personnes âgées dépendantes</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94</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94</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94 : Le rapport Belmont de 1979, cité dans la recommandation, portait sur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 protection des sujets humains dans le cadre de la recherche biomédicale et comportementale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rapport Belmont (1979), 'Ethical Principles and Guidelines for the protection of human subjects of research', est un document de la Commission nationale pour la protection des sujets humains de la recherche biomédicale et comportementale. Il propose trois principes éthiques dont la bienfaisance.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94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95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notion de bientraitance est-elle figée dans le temps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Oui, elle est définie une fois pour toutes par cette recommandation</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Non, elle est contextuelle, dynamique et non figée, même si elle comporte des dimensions incontournables</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Oui, mais elle peut évoluer par décret gouvernemental</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Non, elle est entièrement définie par chaque établissement sans contrainte commune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95</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95</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95 : La notion de bientraitance est-elle figée dans le temps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Non, elle est contextuelle, dynamique et non figée, même si elle comporte des dimensions incontournables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'Si la bientraitance est par définition une notion contextuelle et non figée, elle comporte un certain nombre de dimensions incontournables et ne peut donc relever d'un choix arbitraire.' Elle s'inscrit dans les conceptions d'une société spécifique, à un moment donné du temps.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95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96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 préconise le document si le ressenti de l'usager sur sa situation va à l'encontre de l'avis professionnel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Imposer l'avis professionnel pour protéger l'usager</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Encourager les professionnels à rechercher une solution qui prend en compte les aspirations de l'usager le mieux possible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Demander l'arbitrage du médecin traitant</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Documenter le désaccord sans action</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Reporter la décision à une réunion de synthèse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96</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96</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96 : Que préconise le document si le ressenti de l'usager sur sa situation va à l'encontre de l'avis professionnel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Encourager les professionnels à rechercher une solution qui prend en compte les aspirations de l'usager le mieux possible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recommande 'd'encourager les professionnels à rechercher une solution qui prend en compte les aspirations de l'usager le mieux possible.' Le ressenti de l'usager sur sa propre situation doit être entendu même s'il diverge de l'avis professionnel.</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96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97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 rôle jouent les modes de communication adaptés dans le projet d'accueil et d'accompagnement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Ils sont secondaires par rapport aux actes de soins</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Ils permettent que la liberté de choix ou d'expression de l'usager puisse trouver des occasions concrètes de s'exercer</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Ils sont uniquement du ressort des assistantes sociales</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Ils doivent être standardisés pour garantir l'équité</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97</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97</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97 : Quel rôle jouent les modes de communication adaptés dans le projet d'accueil et d'accompagnement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Ils permettent que la liberté de choix ou d'expression de l'usager puisse trouver des occasions concrètes de s'exercer</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document préconise 'que des modes de communication adaptés soient utilisés pour que la liberté de choix ou d'expression de l'usager puisse trouver des occasions concrètes de s'exercer.' Cela comprend traductions, supports adaptés aux déficiences, communication gestuelle, etc.</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97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98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est la vocation des espaces d'expression collective (conseils de la vie sociale, groupes d'expression)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Informer les usagers des décisions déjà prises</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Associer les personnes accueillies au fonctionnement de la structure, constituer le socle d'une démarche de bientraitance participative</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Remplacer les entretiens individuels</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Permettre aux familles de contrôler les pratiques</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Satisfaire aux obligations légales sans engagement réel</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98</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98</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98 : Quelle est la vocation des espaces d'expression collective (conseils de la vie sociale, groupes d'expression)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Associer les personnes accueillies au fonctionnement de la structure, constituer le socle d'une démarche de bientraitance participative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'Le socle d'une démarche de bientraitance consiste à associer les personnes accueillies ou accompagnées au fonctionnement de la structure par la mise en place de lieux d'expression et de participation telle qu'elle est prévue par l'article 311-6 du Code de l'Action Sociale et des Familles.'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98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99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99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La bientraitance est-elle une démarche uniquement individuelle ?</a:t>
            </a:r>
            <a:endParaRPr lang="en-US" sz="1400" dirty="0"/>
          </a:p>
        </p:txBody>
      </p:sp>
      <p:sp>
        <p:nvSpPr>
          <p:cNvPr id="10" name="Shape 8"/>
          <p:cNvSpPr/>
          <p:nvPr/>
        </p:nvSpPr>
        <p:spPr>
          <a:xfrm>
            <a:off x="137160" y="2194560"/>
            <a:ext cx="8869680" cy="530352"/>
          </a:xfrm>
          <a:prstGeom prst="rect">
            <a:avLst/>
          </a:prstGeom>
          <a:solidFill>
            <a:srgbClr val="FFFFFF"/>
          </a:solidFill>
          <a:ln w="12700">
            <a:solidFill>
              <a:srgbClr val="CBD5E1"/>
            </a:solidFill>
            <a:prstDash val="solid"/>
          </a:ln>
        </p:spPr>
      </p:sp>
      <p:sp>
        <p:nvSpPr>
          <p:cNvPr id="11" name="Shape 9"/>
          <p:cNvSpPr/>
          <p:nvPr/>
        </p:nvSpPr>
        <p:spPr>
          <a:xfrm>
            <a:off x="137160" y="2194560"/>
            <a:ext cx="411480" cy="530352"/>
          </a:xfrm>
          <a:prstGeom prst="rect">
            <a:avLst/>
          </a:prstGeom>
          <a:solidFill>
            <a:srgbClr val="1A5276"/>
          </a:solidFill>
          <a:ln w="12700">
            <a:solidFill>
              <a:srgbClr val="1A5276"/>
            </a:solidFill>
            <a:prstDash val="solid"/>
          </a:ln>
        </p:spPr>
      </p:sp>
      <p:sp>
        <p:nvSpPr>
          <p:cNvPr id="12" name="Text 10"/>
          <p:cNvSpPr/>
          <p:nvPr/>
        </p:nvSpPr>
        <p:spPr>
          <a:xfrm>
            <a:off x="137160" y="2194560"/>
            <a:ext cx="411480" cy="530352"/>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57200"/>
          </a:xfrm>
          <a:prstGeom prst="rect">
            <a:avLst/>
          </a:prstGeom>
          <a:noFill/>
          <a:ln/>
        </p:spPr>
        <p:txBody>
          <a:bodyPr wrap="square" rtlCol="0" anchor="ctr"/>
          <a:lstStyle/>
          <a:p>
            <a:pPr marL="0" indent="0">
              <a:buNone/>
            </a:pPr>
            <a:r>
              <a:rPr lang="en-US" sz="1100" dirty="0">
                <a:solidFill>
                  <a:srgbClr val="1C1C1C"/>
                </a:solidFill>
              </a:rPr>
              <a:t>Oui, elle repose exclusivement sur la bonne volonté de chaque professionnel</a:t>
            </a:r>
            <a:endParaRPr lang="en-US" sz="1100" dirty="0"/>
          </a:p>
        </p:txBody>
      </p:sp>
      <p:sp>
        <p:nvSpPr>
          <p:cNvPr id="14" name="Shape 12"/>
          <p:cNvSpPr/>
          <p:nvPr/>
        </p:nvSpPr>
        <p:spPr>
          <a:xfrm>
            <a:off x="137160" y="2788920"/>
            <a:ext cx="8869680" cy="530352"/>
          </a:xfrm>
          <a:prstGeom prst="rect">
            <a:avLst/>
          </a:prstGeom>
          <a:solidFill>
            <a:srgbClr val="FFFFFF"/>
          </a:solidFill>
          <a:ln w="12700">
            <a:solidFill>
              <a:srgbClr val="CBD5E1"/>
            </a:solidFill>
            <a:prstDash val="solid"/>
          </a:ln>
        </p:spPr>
      </p:sp>
      <p:sp>
        <p:nvSpPr>
          <p:cNvPr id="15" name="Shape 13"/>
          <p:cNvSpPr/>
          <p:nvPr/>
        </p:nvSpPr>
        <p:spPr>
          <a:xfrm>
            <a:off x="137160" y="2788920"/>
            <a:ext cx="411480" cy="530352"/>
          </a:xfrm>
          <a:prstGeom prst="rect">
            <a:avLst/>
          </a:prstGeom>
          <a:solidFill>
            <a:srgbClr val="365F91"/>
          </a:solidFill>
          <a:ln w="12700">
            <a:solidFill>
              <a:srgbClr val="365F91"/>
            </a:solidFill>
            <a:prstDash val="solid"/>
          </a:ln>
        </p:spPr>
      </p:sp>
      <p:sp>
        <p:nvSpPr>
          <p:cNvPr id="16" name="Text 14"/>
          <p:cNvSpPr/>
          <p:nvPr/>
        </p:nvSpPr>
        <p:spPr>
          <a:xfrm>
            <a:off x="137160" y="2788920"/>
            <a:ext cx="411480" cy="530352"/>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825496"/>
            <a:ext cx="8229600" cy="457200"/>
          </a:xfrm>
          <a:prstGeom prst="rect">
            <a:avLst/>
          </a:prstGeom>
          <a:noFill/>
          <a:ln/>
        </p:spPr>
        <p:txBody>
          <a:bodyPr wrap="square" rtlCol="0" anchor="ctr"/>
          <a:lstStyle/>
          <a:p>
            <a:pPr marL="0" indent="0">
              <a:buNone/>
            </a:pPr>
            <a:r>
              <a:rPr lang="en-US" sz="1100" dirty="0">
                <a:solidFill>
                  <a:srgbClr val="1C1C1C"/>
                </a:solidFill>
              </a:rPr>
              <a:t>Non, elle est à la fois individuelle et collective : elle relève d'une démarche volontariste nécessitant l'engagement individuel et la mobilisation collective</a:t>
            </a:r>
            <a:endParaRPr lang="en-US" sz="1100" dirty="0"/>
          </a:p>
        </p:txBody>
      </p:sp>
      <p:sp>
        <p:nvSpPr>
          <p:cNvPr id="18" name="Shape 16"/>
          <p:cNvSpPr/>
          <p:nvPr/>
        </p:nvSpPr>
        <p:spPr>
          <a:xfrm>
            <a:off x="137160" y="3383280"/>
            <a:ext cx="8869680" cy="530352"/>
          </a:xfrm>
          <a:prstGeom prst="rect">
            <a:avLst/>
          </a:prstGeom>
          <a:solidFill>
            <a:srgbClr val="FFFFFF"/>
          </a:solidFill>
          <a:ln w="12700">
            <a:solidFill>
              <a:srgbClr val="CBD5E1"/>
            </a:solidFill>
            <a:prstDash val="solid"/>
          </a:ln>
        </p:spPr>
      </p:sp>
      <p:sp>
        <p:nvSpPr>
          <p:cNvPr id="19" name="Shape 17"/>
          <p:cNvSpPr/>
          <p:nvPr/>
        </p:nvSpPr>
        <p:spPr>
          <a:xfrm>
            <a:off x="137160" y="3383280"/>
            <a:ext cx="411480" cy="530352"/>
          </a:xfrm>
          <a:prstGeom prst="rect">
            <a:avLst/>
          </a:prstGeom>
          <a:solidFill>
            <a:srgbClr val="4A7FC1"/>
          </a:solidFill>
          <a:ln w="12700">
            <a:solidFill>
              <a:srgbClr val="4A7FC1"/>
            </a:solidFill>
            <a:prstDash val="solid"/>
          </a:ln>
        </p:spPr>
      </p:sp>
      <p:sp>
        <p:nvSpPr>
          <p:cNvPr id="20" name="Text 18"/>
          <p:cNvSpPr/>
          <p:nvPr/>
        </p:nvSpPr>
        <p:spPr>
          <a:xfrm>
            <a:off x="137160" y="3383280"/>
            <a:ext cx="411480" cy="530352"/>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419856"/>
            <a:ext cx="8229600" cy="457200"/>
          </a:xfrm>
          <a:prstGeom prst="rect">
            <a:avLst/>
          </a:prstGeom>
          <a:noFill/>
          <a:ln/>
        </p:spPr>
        <p:txBody>
          <a:bodyPr wrap="square" rtlCol="0" anchor="ctr"/>
          <a:lstStyle/>
          <a:p>
            <a:pPr marL="0" indent="0">
              <a:buNone/>
            </a:pPr>
            <a:r>
              <a:rPr lang="en-US" sz="1100" dirty="0">
                <a:solidFill>
                  <a:srgbClr val="1C1C1C"/>
                </a:solidFill>
              </a:rPr>
              <a:t>Oui, car seule la relation duelle usager-professionnel compte</a:t>
            </a:r>
            <a:endParaRPr lang="en-US" sz="1100" dirty="0"/>
          </a:p>
        </p:txBody>
      </p:sp>
      <p:sp>
        <p:nvSpPr>
          <p:cNvPr id="22" name="Shape 20"/>
          <p:cNvSpPr/>
          <p:nvPr/>
        </p:nvSpPr>
        <p:spPr>
          <a:xfrm>
            <a:off x="137160" y="3977640"/>
            <a:ext cx="8869680" cy="530352"/>
          </a:xfrm>
          <a:prstGeom prst="rect">
            <a:avLst/>
          </a:prstGeom>
          <a:solidFill>
            <a:srgbClr val="FFFFFF"/>
          </a:solidFill>
          <a:ln w="12700">
            <a:solidFill>
              <a:srgbClr val="CBD5E1"/>
            </a:solidFill>
            <a:prstDash val="solid"/>
          </a:ln>
        </p:spPr>
      </p:sp>
      <p:sp>
        <p:nvSpPr>
          <p:cNvPr id="23" name="Shape 21"/>
          <p:cNvSpPr/>
          <p:nvPr/>
        </p:nvSpPr>
        <p:spPr>
          <a:xfrm>
            <a:off x="137160" y="3977640"/>
            <a:ext cx="411480" cy="530352"/>
          </a:xfrm>
          <a:prstGeom prst="rect">
            <a:avLst/>
          </a:prstGeom>
          <a:solidFill>
            <a:srgbClr val="5B8DC7"/>
          </a:solidFill>
          <a:ln w="12700">
            <a:solidFill>
              <a:srgbClr val="5B8DC7"/>
            </a:solidFill>
            <a:prstDash val="solid"/>
          </a:ln>
        </p:spPr>
      </p:sp>
      <p:sp>
        <p:nvSpPr>
          <p:cNvPr id="24" name="Text 22"/>
          <p:cNvSpPr/>
          <p:nvPr/>
        </p:nvSpPr>
        <p:spPr>
          <a:xfrm>
            <a:off x="137160" y="3977640"/>
            <a:ext cx="411480" cy="530352"/>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4014216"/>
            <a:ext cx="8229600" cy="457200"/>
          </a:xfrm>
          <a:prstGeom prst="rect">
            <a:avLst/>
          </a:prstGeom>
          <a:noFill/>
          <a:ln/>
        </p:spPr>
        <p:txBody>
          <a:bodyPr wrap="square" rtlCol="0" anchor="ctr"/>
          <a:lstStyle/>
          <a:p>
            <a:pPr marL="0" indent="0">
              <a:buNone/>
            </a:pPr>
            <a:r>
              <a:rPr lang="en-US" sz="1100" dirty="0">
                <a:solidFill>
                  <a:srgbClr val="1C1C1C"/>
                </a:solidFill>
              </a:rPr>
              <a:t>Non, elle est exclusivement collective et institutionnelle</a:t>
            </a:r>
            <a:endParaRPr lang="en-US" sz="1100" dirty="0"/>
          </a:p>
        </p:txBody>
      </p:sp>
      <p:sp>
        <p:nvSpPr>
          <p:cNvPr id="26" name="Shape 24"/>
          <p:cNvSpPr/>
          <p:nvPr/>
        </p:nvSpPr>
        <p:spPr>
          <a:xfrm>
            <a:off x="0" y="4800600"/>
            <a:ext cx="9144000" cy="342900"/>
          </a:xfrm>
          <a:prstGeom prst="rect">
            <a:avLst/>
          </a:prstGeom>
          <a:solidFill>
            <a:srgbClr val="E8ECF1"/>
          </a:solidFill>
          <a:ln w="12700">
            <a:solidFill>
              <a:srgbClr val="E8ECF1"/>
            </a:solidFill>
            <a:prstDash val="solid"/>
          </a:ln>
        </p:spPr>
      </p:sp>
      <p:sp>
        <p:nvSpPr>
          <p:cNvPr id="27" name="Text 2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99</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99</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99 : La bientraitance est-elle une démarche uniquement individuelle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Non, elle est à la fois individuelle et collective : elle relève d'une démarche volontariste nécessitant l'engagement individuel et la mobilisation collective</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'La bientraitance relève d'une démarche à la fois individuelle et collective volontariste. L'engagement individuel et la mobilisation collective nécessitent plusieurs conditions.' C'est l'équilibre entre engagement personnel et dynamique collective qui fonde la bientraitance.</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99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5276"/>
          </a:solidFill>
          <a:ln w="12700">
            <a:solidFill>
              <a:srgbClr val="1A5276"/>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A5276"/>
                </a:solidFill>
              </a:rPr>
              <a:t>100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Question 100 / 100</a:t>
            </a:r>
            <a:endParaRPr lang="en-US" sz="1800" dirty="0"/>
          </a:p>
        </p:txBody>
      </p:sp>
      <p:sp>
        <p:nvSpPr>
          <p:cNvPr id="6" name="Shape 4"/>
          <p:cNvSpPr/>
          <p:nvPr/>
        </p:nvSpPr>
        <p:spPr>
          <a:xfrm>
            <a:off x="6949440" y="91440"/>
            <a:ext cx="2057400" cy="594360"/>
          </a:xfrm>
          <a:prstGeom prst="rect">
            <a:avLst/>
          </a:prstGeom>
          <a:solidFill>
            <a:srgbClr val="0D47A1"/>
          </a:solidFill>
          <a:ln w="12700">
            <a:solidFill>
              <a:srgbClr val="0D47A1"/>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1234440"/>
          </a:xfrm>
          <a:prstGeom prst="rect">
            <a:avLst/>
          </a:prstGeom>
          <a:solidFill>
            <a:srgbClr val="FFFFFF"/>
          </a:solidFill>
          <a:ln w="12700">
            <a:solidFill>
              <a:srgbClr val="BDC3C7"/>
            </a:solidFill>
            <a:prstDash val="solid"/>
          </a:ln>
        </p:spPr>
      </p:sp>
      <p:sp>
        <p:nvSpPr>
          <p:cNvPr id="9" name="Text 7"/>
          <p:cNvSpPr/>
          <p:nvPr/>
        </p:nvSpPr>
        <p:spPr>
          <a:xfrm>
            <a:off x="228600" y="886968"/>
            <a:ext cx="8686800" cy="1197864"/>
          </a:xfrm>
          <a:prstGeom prst="rect">
            <a:avLst/>
          </a:prstGeom>
          <a:noFill/>
          <a:ln/>
        </p:spPr>
        <p:txBody>
          <a:bodyPr wrap="square" rtlCol="0" anchor="ctr"/>
          <a:lstStyle/>
          <a:p>
            <a:pPr marL="0" indent="0">
              <a:buNone/>
            </a:pPr>
            <a:r>
              <a:rPr lang="en-US" sz="1400" b="1" dirty="0">
                <a:solidFill>
                  <a:srgbClr val="1C1C1C"/>
                </a:solidFill>
              </a:rPr>
              <a:t>Quelle est la conclusion éthique majeure qui oriente l'ensemble de la recommandation ?</a:t>
            </a:r>
            <a:endParaRPr lang="en-US" sz="1400" dirty="0"/>
          </a:p>
        </p:txBody>
      </p:sp>
      <p:sp>
        <p:nvSpPr>
          <p:cNvPr id="10" name="Shape 8"/>
          <p:cNvSpPr/>
          <p:nvPr/>
        </p:nvSpPr>
        <p:spPr>
          <a:xfrm>
            <a:off x="137160" y="2194560"/>
            <a:ext cx="8869680" cy="475488"/>
          </a:xfrm>
          <a:prstGeom prst="rect">
            <a:avLst/>
          </a:prstGeom>
          <a:solidFill>
            <a:srgbClr val="FFFFFF"/>
          </a:solidFill>
          <a:ln w="12700">
            <a:solidFill>
              <a:srgbClr val="CBD5E1"/>
            </a:solidFill>
            <a:prstDash val="solid"/>
          </a:ln>
        </p:spPr>
      </p:sp>
      <p:sp>
        <p:nvSpPr>
          <p:cNvPr id="11" name="Shape 9"/>
          <p:cNvSpPr/>
          <p:nvPr/>
        </p:nvSpPr>
        <p:spPr>
          <a:xfrm>
            <a:off x="137160" y="2194560"/>
            <a:ext cx="411480" cy="475488"/>
          </a:xfrm>
          <a:prstGeom prst="rect">
            <a:avLst/>
          </a:prstGeom>
          <a:solidFill>
            <a:srgbClr val="1A5276"/>
          </a:solidFill>
          <a:ln w="12700">
            <a:solidFill>
              <a:srgbClr val="1A5276"/>
            </a:solidFill>
            <a:prstDash val="solid"/>
          </a:ln>
        </p:spPr>
      </p:sp>
      <p:sp>
        <p:nvSpPr>
          <p:cNvPr id="12" name="Text 10"/>
          <p:cNvSpPr/>
          <p:nvPr/>
        </p:nvSpPr>
        <p:spPr>
          <a:xfrm>
            <a:off x="137160" y="2194560"/>
            <a:ext cx="411480" cy="475488"/>
          </a:xfrm>
          <a:prstGeom prst="rect">
            <a:avLst/>
          </a:prstGeom>
          <a:noFill/>
          <a:ln/>
        </p:spPr>
        <p:txBody>
          <a:bodyPr wrap="square" rtlCol="0" anchor="ctr"/>
          <a:lstStyle/>
          <a:p>
            <a:pPr marL="0" indent="0" algn="ctr">
              <a:buNone/>
            </a:pPr>
            <a:r>
              <a:rPr lang="en-US" sz="1200" b="1" dirty="0">
                <a:solidFill>
                  <a:srgbClr val="FFFFFF"/>
                </a:solidFill>
              </a:rPr>
              <a:t>A</a:t>
            </a:r>
            <a:endParaRPr lang="en-US" sz="1200" dirty="0"/>
          </a:p>
        </p:txBody>
      </p:sp>
      <p:sp>
        <p:nvSpPr>
          <p:cNvPr id="13" name="Text 11"/>
          <p:cNvSpPr/>
          <p:nvPr/>
        </p:nvSpPr>
        <p:spPr>
          <a:xfrm>
            <a:off x="640080" y="2231136"/>
            <a:ext cx="8229600" cy="402336"/>
          </a:xfrm>
          <a:prstGeom prst="rect">
            <a:avLst/>
          </a:prstGeom>
          <a:noFill/>
          <a:ln/>
        </p:spPr>
        <p:txBody>
          <a:bodyPr wrap="square" rtlCol="0" anchor="ctr"/>
          <a:lstStyle/>
          <a:p>
            <a:pPr marL="0" indent="0">
              <a:buNone/>
            </a:pPr>
            <a:r>
              <a:rPr lang="en-US" sz="1100" dirty="0">
                <a:solidFill>
                  <a:srgbClr val="1C1C1C"/>
                </a:solidFill>
              </a:rPr>
              <a:t>Les professionnels sont entièrement responsables de la qualité de la bientraitance</a:t>
            </a:r>
            <a:endParaRPr lang="en-US" sz="1100" dirty="0"/>
          </a:p>
        </p:txBody>
      </p:sp>
      <p:sp>
        <p:nvSpPr>
          <p:cNvPr id="14" name="Shape 12"/>
          <p:cNvSpPr/>
          <p:nvPr/>
        </p:nvSpPr>
        <p:spPr>
          <a:xfrm>
            <a:off x="137160" y="2734056"/>
            <a:ext cx="8869680" cy="475488"/>
          </a:xfrm>
          <a:prstGeom prst="rect">
            <a:avLst/>
          </a:prstGeom>
          <a:solidFill>
            <a:srgbClr val="FFFFFF"/>
          </a:solidFill>
          <a:ln w="12700">
            <a:solidFill>
              <a:srgbClr val="CBD5E1"/>
            </a:solidFill>
            <a:prstDash val="solid"/>
          </a:ln>
        </p:spPr>
      </p:sp>
      <p:sp>
        <p:nvSpPr>
          <p:cNvPr id="15" name="Shape 13"/>
          <p:cNvSpPr/>
          <p:nvPr/>
        </p:nvSpPr>
        <p:spPr>
          <a:xfrm>
            <a:off x="137160" y="2734056"/>
            <a:ext cx="411480" cy="475488"/>
          </a:xfrm>
          <a:prstGeom prst="rect">
            <a:avLst/>
          </a:prstGeom>
          <a:solidFill>
            <a:srgbClr val="365F91"/>
          </a:solidFill>
          <a:ln w="12700">
            <a:solidFill>
              <a:srgbClr val="365F91"/>
            </a:solidFill>
            <a:prstDash val="solid"/>
          </a:ln>
        </p:spPr>
      </p:sp>
      <p:sp>
        <p:nvSpPr>
          <p:cNvPr id="16" name="Text 14"/>
          <p:cNvSpPr/>
          <p:nvPr/>
        </p:nvSpPr>
        <p:spPr>
          <a:xfrm>
            <a:off x="137160" y="2734056"/>
            <a:ext cx="411480" cy="475488"/>
          </a:xfrm>
          <a:prstGeom prst="rect">
            <a:avLst/>
          </a:prstGeom>
          <a:noFill/>
          <a:ln/>
        </p:spPr>
        <p:txBody>
          <a:bodyPr wrap="square" rtlCol="0" anchor="ctr"/>
          <a:lstStyle/>
          <a:p>
            <a:pPr marL="0" indent="0" algn="ctr">
              <a:buNone/>
            </a:pPr>
            <a:r>
              <a:rPr lang="en-US" sz="1200" b="1" dirty="0">
                <a:solidFill>
                  <a:srgbClr val="FFFFFF"/>
                </a:solidFill>
              </a:rPr>
              <a:t>B</a:t>
            </a:r>
            <a:endParaRPr lang="en-US" sz="1200" dirty="0"/>
          </a:p>
        </p:txBody>
      </p:sp>
      <p:sp>
        <p:nvSpPr>
          <p:cNvPr id="17" name="Text 15"/>
          <p:cNvSpPr/>
          <p:nvPr/>
        </p:nvSpPr>
        <p:spPr>
          <a:xfrm>
            <a:off x="640080" y="2770632"/>
            <a:ext cx="8229600" cy="402336"/>
          </a:xfrm>
          <a:prstGeom prst="rect">
            <a:avLst/>
          </a:prstGeom>
          <a:noFill/>
          <a:ln/>
        </p:spPr>
        <p:txBody>
          <a:bodyPr wrap="square" rtlCol="0" anchor="ctr"/>
          <a:lstStyle/>
          <a:p>
            <a:pPr marL="0" indent="0">
              <a:buNone/>
            </a:pPr>
            <a:r>
              <a:rPr lang="en-US" sz="1100" dirty="0">
                <a:solidFill>
                  <a:srgbClr val="1C1C1C"/>
                </a:solidFill>
              </a:rPr>
              <a:t>La bientraitance des plus vulnérables est 'l'enjeu d'une société tout entière, un enjeu d'humanité', avec la visée éthique de 'la vie bonne, avec et pour les autres, dans des institutions justes'</a:t>
            </a:r>
            <a:endParaRPr lang="en-US" sz="1100" dirty="0"/>
          </a:p>
        </p:txBody>
      </p:sp>
      <p:sp>
        <p:nvSpPr>
          <p:cNvPr id="18" name="Shape 16"/>
          <p:cNvSpPr/>
          <p:nvPr/>
        </p:nvSpPr>
        <p:spPr>
          <a:xfrm>
            <a:off x="137160" y="3273552"/>
            <a:ext cx="8869680" cy="475488"/>
          </a:xfrm>
          <a:prstGeom prst="rect">
            <a:avLst/>
          </a:prstGeom>
          <a:solidFill>
            <a:srgbClr val="FFFFFF"/>
          </a:solidFill>
          <a:ln w="12700">
            <a:solidFill>
              <a:srgbClr val="CBD5E1"/>
            </a:solidFill>
            <a:prstDash val="solid"/>
          </a:ln>
        </p:spPr>
      </p:sp>
      <p:sp>
        <p:nvSpPr>
          <p:cNvPr id="19" name="Shape 17"/>
          <p:cNvSpPr/>
          <p:nvPr/>
        </p:nvSpPr>
        <p:spPr>
          <a:xfrm>
            <a:off x="137160" y="3273552"/>
            <a:ext cx="411480" cy="475488"/>
          </a:xfrm>
          <a:prstGeom prst="rect">
            <a:avLst/>
          </a:prstGeom>
          <a:solidFill>
            <a:srgbClr val="4A7FC1"/>
          </a:solidFill>
          <a:ln w="12700">
            <a:solidFill>
              <a:srgbClr val="4A7FC1"/>
            </a:solidFill>
            <a:prstDash val="solid"/>
          </a:ln>
        </p:spPr>
      </p:sp>
      <p:sp>
        <p:nvSpPr>
          <p:cNvPr id="20" name="Text 18"/>
          <p:cNvSpPr/>
          <p:nvPr/>
        </p:nvSpPr>
        <p:spPr>
          <a:xfrm>
            <a:off x="137160" y="3273552"/>
            <a:ext cx="411480" cy="475488"/>
          </a:xfrm>
          <a:prstGeom prst="rect">
            <a:avLst/>
          </a:prstGeom>
          <a:noFill/>
          <a:ln/>
        </p:spPr>
        <p:txBody>
          <a:bodyPr wrap="square" rtlCol="0" anchor="ctr"/>
          <a:lstStyle/>
          <a:p>
            <a:pPr marL="0" indent="0" algn="ctr">
              <a:buNone/>
            </a:pPr>
            <a:r>
              <a:rPr lang="en-US" sz="1200" b="1" dirty="0">
                <a:solidFill>
                  <a:srgbClr val="FFFFFF"/>
                </a:solidFill>
              </a:rPr>
              <a:t>C</a:t>
            </a:r>
            <a:endParaRPr lang="en-US" sz="1200" dirty="0"/>
          </a:p>
        </p:txBody>
      </p:sp>
      <p:sp>
        <p:nvSpPr>
          <p:cNvPr id="21" name="Text 19"/>
          <p:cNvSpPr/>
          <p:nvPr/>
        </p:nvSpPr>
        <p:spPr>
          <a:xfrm>
            <a:off x="640080" y="3310128"/>
            <a:ext cx="8229600" cy="402336"/>
          </a:xfrm>
          <a:prstGeom prst="rect">
            <a:avLst/>
          </a:prstGeom>
          <a:noFill/>
          <a:ln/>
        </p:spPr>
        <p:txBody>
          <a:bodyPr wrap="square" rtlCol="0" anchor="ctr"/>
          <a:lstStyle/>
          <a:p>
            <a:pPr marL="0" indent="0">
              <a:buNone/>
            </a:pPr>
            <a:r>
              <a:rPr lang="en-US" sz="1100" dirty="0">
                <a:solidFill>
                  <a:srgbClr val="1C1C1C"/>
                </a:solidFill>
              </a:rPr>
              <a:t>La conformité aux procédures garantit à elle seule la bientraitance</a:t>
            </a:r>
            <a:endParaRPr lang="en-US" sz="1100" dirty="0"/>
          </a:p>
        </p:txBody>
      </p:sp>
      <p:sp>
        <p:nvSpPr>
          <p:cNvPr id="22" name="Shape 20"/>
          <p:cNvSpPr/>
          <p:nvPr/>
        </p:nvSpPr>
        <p:spPr>
          <a:xfrm>
            <a:off x="137160" y="3813048"/>
            <a:ext cx="8869680" cy="475488"/>
          </a:xfrm>
          <a:prstGeom prst="rect">
            <a:avLst/>
          </a:prstGeom>
          <a:solidFill>
            <a:srgbClr val="FFFFFF"/>
          </a:solidFill>
          <a:ln w="12700">
            <a:solidFill>
              <a:srgbClr val="CBD5E1"/>
            </a:solidFill>
            <a:prstDash val="solid"/>
          </a:ln>
        </p:spPr>
      </p:sp>
      <p:sp>
        <p:nvSpPr>
          <p:cNvPr id="23" name="Shape 21"/>
          <p:cNvSpPr/>
          <p:nvPr/>
        </p:nvSpPr>
        <p:spPr>
          <a:xfrm>
            <a:off x="137160" y="3813048"/>
            <a:ext cx="411480" cy="475488"/>
          </a:xfrm>
          <a:prstGeom prst="rect">
            <a:avLst/>
          </a:prstGeom>
          <a:solidFill>
            <a:srgbClr val="5B8DC7"/>
          </a:solidFill>
          <a:ln w="12700">
            <a:solidFill>
              <a:srgbClr val="5B8DC7"/>
            </a:solidFill>
            <a:prstDash val="solid"/>
          </a:ln>
        </p:spPr>
      </p:sp>
      <p:sp>
        <p:nvSpPr>
          <p:cNvPr id="24" name="Text 22"/>
          <p:cNvSpPr/>
          <p:nvPr/>
        </p:nvSpPr>
        <p:spPr>
          <a:xfrm>
            <a:off x="137160" y="3813048"/>
            <a:ext cx="411480" cy="475488"/>
          </a:xfrm>
          <a:prstGeom prst="rect">
            <a:avLst/>
          </a:prstGeom>
          <a:noFill/>
          <a:ln/>
        </p:spPr>
        <p:txBody>
          <a:bodyPr wrap="square" rtlCol="0" anchor="ctr"/>
          <a:lstStyle/>
          <a:p>
            <a:pPr marL="0" indent="0" algn="ctr">
              <a:buNone/>
            </a:pPr>
            <a:r>
              <a:rPr lang="en-US" sz="1200" b="1" dirty="0">
                <a:solidFill>
                  <a:srgbClr val="FFFFFF"/>
                </a:solidFill>
              </a:rPr>
              <a:t>D</a:t>
            </a:r>
            <a:endParaRPr lang="en-US" sz="1200" dirty="0"/>
          </a:p>
        </p:txBody>
      </p:sp>
      <p:sp>
        <p:nvSpPr>
          <p:cNvPr id="25" name="Text 23"/>
          <p:cNvSpPr/>
          <p:nvPr/>
        </p:nvSpPr>
        <p:spPr>
          <a:xfrm>
            <a:off x="640080" y="3849624"/>
            <a:ext cx="8229600" cy="402336"/>
          </a:xfrm>
          <a:prstGeom prst="rect">
            <a:avLst/>
          </a:prstGeom>
          <a:noFill/>
          <a:ln/>
        </p:spPr>
        <p:txBody>
          <a:bodyPr wrap="square" rtlCol="0" anchor="ctr"/>
          <a:lstStyle/>
          <a:p>
            <a:pPr marL="0" indent="0">
              <a:buNone/>
            </a:pPr>
            <a:r>
              <a:rPr lang="en-US" sz="1100" dirty="0">
                <a:solidFill>
                  <a:srgbClr val="1C1C1C"/>
                </a:solidFill>
              </a:rPr>
              <a:t>La bientraitance est un idéal inaccessible mais nécessaire</a:t>
            </a:r>
            <a:endParaRPr lang="en-US" sz="1100" dirty="0"/>
          </a:p>
        </p:txBody>
      </p:sp>
      <p:sp>
        <p:nvSpPr>
          <p:cNvPr id="26" name="Shape 24"/>
          <p:cNvSpPr/>
          <p:nvPr/>
        </p:nvSpPr>
        <p:spPr>
          <a:xfrm>
            <a:off x="137160" y="4352544"/>
            <a:ext cx="8869680" cy="475488"/>
          </a:xfrm>
          <a:prstGeom prst="rect">
            <a:avLst/>
          </a:prstGeom>
          <a:solidFill>
            <a:srgbClr val="FFFFFF"/>
          </a:solidFill>
          <a:ln w="12700">
            <a:solidFill>
              <a:srgbClr val="CBD5E1"/>
            </a:solidFill>
            <a:prstDash val="solid"/>
          </a:ln>
        </p:spPr>
      </p:sp>
      <p:sp>
        <p:nvSpPr>
          <p:cNvPr id="27" name="Shape 25"/>
          <p:cNvSpPr/>
          <p:nvPr/>
        </p:nvSpPr>
        <p:spPr>
          <a:xfrm>
            <a:off x="137160" y="4352544"/>
            <a:ext cx="411480" cy="475488"/>
          </a:xfrm>
          <a:prstGeom prst="rect">
            <a:avLst/>
          </a:prstGeom>
          <a:solidFill>
            <a:srgbClr val="6B9BD2"/>
          </a:solidFill>
          <a:ln w="12700">
            <a:solidFill>
              <a:srgbClr val="6B9BD2"/>
            </a:solidFill>
            <a:prstDash val="solid"/>
          </a:ln>
        </p:spPr>
      </p:sp>
      <p:sp>
        <p:nvSpPr>
          <p:cNvPr id="28" name="Text 26"/>
          <p:cNvSpPr/>
          <p:nvPr/>
        </p:nvSpPr>
        <p:spPr>
          <a:xfrm>
            <a:off x="137160" y="4352544"/>
            <a:ext cx="411480" cy="475488"/>
          </a:xfrm>
          <a:prstGeom prst="rect">
            <a:avLst/>
          </a:prstGeom>
          <a:noFill/>
          <a:ln/>
        </p:spPr>
        <p:txBody>
          <a:bodyPr wrap="square" rtlCol="0" anchor="ctr"/>
          <a:lstStyle/>
          <a:p>
            <a:pPr marL="0" indent="0" algn="ctr">
              <a:buNone/>
            </a:pPr>
            <a:r>
              <a:rPr lang="en-US" sz="1200" b="1" dirty="0">
                <a:solidFill>
                  <a:srgbClr val="FFFFFF"/>
                </a:solidFill>
              </a:rPr>
              <a:t>E</a:t>
            </a:r>
            <a:endParaRPr lang="en-US" sz="1200" dirty="0"/>
          </a:p>
        </p:txBody>
      </p:sp>
      <p:sp>
        <p:nvSpPr>
          <p:cNvPr id="29" name="Text 27"/>
          <p:cNvSpPr/>
          <p:nvPr/>
        </p:nvSpPr>
        <p:spPr>
          <a:xfrm>
            <a:off x="640080" y="4389120"/>
            <a:ext cx="8229600" cy="402336"/>
          </a:xfrm>
          <a:prstGeom prst="rect">
            <a:avLst/>
          </a:prstGeom>
          <a:noFill/>
          <a:ln/>
        </p:spPr>
        <p:txBody>
          <a:bodyPr wrap="square" rtlCol="0" anchor="ctr"/>
          <a:lstStyle/>
          <a:p>
            <a:pPr marL="0" indent="0">
              <a:buNone/>
            </a:pPr>
            <a:r>
              <a:rPr lang="en-US" sz="1100" dirty="0">
                <a:solidFill>
                  <a:srgbClr val="1C1C1C"/>
                </a:solidFill>
              </a:rPr>
              <a:t>Seule la formation continue peut garantir la bientraitance</a:t>
            </a:r>
            <a:endParaRPr lang="en-US" sz="1100" dirty="0"/>
          </a:p>
        </p:txBody>
      </p:sp>
      <p:sp>
        <p:nvSpPr>
          <p:cNvPr id="30" name="Shape 28"/>
          <p:cNvSpPr/>
          <p:nvPr/>
        </p:nvSpPr>
        <p:spPr>
          <a:xfrm>
            <a:off x="0" y="4800600"/>
            <a:ext cx="9144000" cy="342900"/>
          </a:xfrm>
          <a:prstGeom prst="rect">
            <a:avLst/>
          </a:prstGeom>
          <a:solidFill>
            <a:srgbClr val="E8ECF1"/>
          </a:solidFill>
          <a:ln w="12700">
            <a:solidFill>
              <a:srgbClr val="E8ECF1"/>
            </a:solidFill>
            <a:prstDash val="solid"/>
          </a:ln>
        </p:spPr>
      </p:sp>
      <p:sp>
        <p:nvSpPr>
          <p:cNvPr id="31" name="Text 29"/>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6B7280"/>
                </a:solidFill>
              </a:rPr>
              <a:t>Quiz Bientraitance – ANESM 2008   |   Réfléchissez avant de passer à la diapositive suivante →</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D5F5E3"/>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8449"/>
          </a:solidFill>
          <a:ln w="12700">
            <a:solidFill>
              <a:srgbClr val="1E8449"/>
            </a:solidFill>
            <a:prstDash val="solid"/>
          </a:ln>
        </p:spPr>
      </p:sp>
      <p:sp>
        <p:nvSpPr>
          <p:cNvPr id="3" name="Shape 1"/>
          <p:cNvSpPr/>
          <p:nvPr/>
        </p:nvSpPr>
        <p:spPr>
          <a:xfrm>
            <a:off x="164592" y="137160"/>
            <a:ext cx="502920" cy="502920"/>
          </a:xfrm>
          <a:prstGeom prst="ellipse">
            <a:avLst/>
          </a:prstGeom>
          <a:solidFill>
            <a:srgbClr val="F0B429"/>
          </a:solidFill>
          <a:ln w="12700">
            <a:solidFill>
              <a:srgbClr val="F0B429"/>
            </a:solidFill>
            <a:prstDash val="solid"/>
          </a:ln>
        </p:spPr>
      </p:sp>
      <p:sp>
        <p:nvSpPr>
          <p:cNvPr id="4" name="Text 2"/>
          <p:cNvSpPr/>
          <p:nvPr/>
        </p:nvSpPr>
        <p:spPr>
          <a:xfrm>
            <a:off x="164592" y="137160"/>
            <a:ext cx="502920" cy="502920"/>
          </a:xfrm>
          <a:prstGeom prst="rect">
            <a:avLst/>
          </a:prstGeom>
          <a:noFill/>
          <a:ln/>
        </p:spPr>
        <p:txBody>
          <a:bodyPr wrap="square" rtlCol="0" anchor="ctr"/>
          <a:lstStyle/>
          <a:p>
            <a:pPr marL="0" indent="0" algn="ctr">
              <a:buNone/>
            </a:pPr>
            <a:r>
              <a:rPr lang="en-US" sz="1500" b="1" dirty="0">
                <a:solidFill>
                  <a:srgbClr val="1E8449"/>
                </a:solidFill>
              </a:rPr>
              <a:t>100</a:t>
            </a:r>
            <a:endParaRPr lang="en-US" sz="1500" dirty="0"/>
          </a:p>
        </p:txBody>
      </p:sp>
      <p:sp>
        <p:nvSpPr>
          <p:cNvPr id="5" name="Text 3"/>
          <p:cNvSpPr/>
          <p:nvPr/>
        </p:nvSpPr>
        <p:spPr>
          <a:xfrm>
            <a:off x="749808" y="0"/>
            <a:ext cx="6400800" cy="777240"/>
          </a:xfrm>
          <a:prstGeom prst="rect">
            <a:avLst/>
          </a:prstGeom>
          <a:noFill/>
          <a:ln/>
        </p:spPr>
        <p:txBody>
          <a:bodyPr wrap="square" rtlCol="0" anchor="ctr"/>
          <a:lstStyle/>
          <a:p>
            <a:pPr marL="0" indent="0">
              <a:buNone/>
            </a:pPr>
            <a:r>
              <a:rPr lang="en-US" sz="1800" b="1" dirty="0">
                <a:solidFill>
                  <a:srgbClr val="FFFFFF"/>
                </a:solidFill>
              </a:rPr>
              <a:t>Réponse – Question 100</a:t>
            </a:r>
            <a:endParaRPr lang="en-US" sz="1800" dirty="0"/>
          </a:p>
        </p:txBody>
      </p:sp>
      <p:sp>
        <p:nvSpPr>
          <p:cNvPr id="6" name="Shape 4"/>
          <p:cNvSpPr/>
          <p:nvPr/>
        </p:nvSpPr>
        <p:spPr>
          <a:xfrm>
            <a:off x="6949440" y="91440"/>
            <a:ext cx="2057400" cy="594360"/>
          </a:xfrm>
          <a:prstGeom prst="rect">
            <a:avLst/>
          </a:prstGeom>
          <a:solidFill>
            <a:srgbClr val="145A32"/>
          </a:solidFill>
          <a:ln w="12700">
            <a:solidFill>
              <a:srgbClr val="145A32"/>
            </a:solidFill>
            <a:prstDash val="solid"/>
          </a:ln>
        </p:spPr>
      </p:sp>
      <p:sp>
        <p:nvSpPr>
          <p:cNvPr id="7" name="Text 5"/>
          <p:cNvSpPr/>
          <p:nvPr/>
        </p:nvSpPr>
        <p:spPr>
          <a:xfrm>
            <a:off x="6949440" y="91440"/>
            <a:ext cx="2057400" cy="594360"/>
          </a:xfrm>
          <a:prstGeom prst="rect">
            <a:avLst/>
          </a:prstGeom>
          <a:noFill/>
          <a:ln/>
        </p:spPr>
        <p:txBody>
          <a:bodyPr wrap="square" rtlCol="0" anchor="ctr"/>
          <a:lstStyle/>
          <a:p>
            <a:pPr marL="0" indent="0" algn="ctr">
              <a:buNone/>
            </a:pPr>
            <a:r>
              <a:rPr lang="en-US" sz="800" dirty="0">
                <a:solidFill>
                  <a:srgbClr val="FFFFFF"/>
                </a:solidFill>
              </a:rPr>
              <a:t>Connaissances approfondies</a:t>
            </a:r>
            <a:endParaRPr lang="en-US" sz="800" dirty="0"/>
          </a:p>
        </p:txBody>
      </p:sp>
      <p:sp>
        <p:nvSpPr>
          <p:cNvPr id="8" name="Shape 6"/>
          <p:cNvSpPr/>
          <p:nvPr/>
        </p:nvSpPr>
        <p:spPr>
          <a:xfrm>
            <a:off x="137160" y="868680"/>
            <a:ext cx="8869680" cy="731520"/>
          </a:xfrm>
          <a:prstGeom prst="rect">
            <a:avLst/>
          </a:prstGeom>
          <a:solidFill>
            <a:srgbClr val="FFFFFF"/>
          </a:solidFill>
          <a:ln w="12700">
            <a:solidFill>
              <a:srgbClr val="A9DFBF"/>
            </a:solidFill>
            <a:prstDash val="solid"/>
          </a:ln>
        </p:spPr>
      </p:sp>
      <p:sp>
        <p:nvSpPr>
          <p:cNvPr id="9" name="Text 7"/>
          <p:cNvSpPr/>
          <p:nvPr/>
        </p:nvSpPr>
        <p:spPr>
          <a:xfrm>
            <a:off x="228600" y="886968"/>
            <a:ext cx="8686800" cy="694944"/>
          </a:xfrm>
          <a:prstGeom prst="rect">
            <a:avLst/>
          </a:prstGeom>
          <a:noFill/>
          <a:ln/>
        </p:spPr>
        <p:txBody>
          <a:bodyPr wrap="square" rtlCol="0" anchor="ctr"/>
          <a:lstStyle/>
          <a:p>
            <a:pPr marL="0" indent="0">
              <a:buNone/>
            </a:pPr>
            <a:r>
              <a:rPr lang="en-US" sz="1000" i="1" dirty="0">
                <a:solidFill>
                  <a:srgbClr val="555555"/>
                </a:solidFill>
              </a:rPr>
              <a:t>Q. 100 : Quelle est la conclusion éthique majeure qui oriente l'ensemble de la recommandation ?</a:t>
            </a:r>
            <a:endParaRPr lang="en-US" sz="1000" dirty="0"/>
          </a:p>
        </p:txBody>
      </p:sp>
      <p:sp>
        <p:nvSpPr>
          <p:cNvPr id="10" name="Shape 8"/>
          <p:cNvSpPr/>
          <p:nvPr/>
        </p:nvSpPr>
        <p:spPr>
          <a:xfrm>
            <a:off x="137160" y="1709928"/>
            <a:ext cx="8869680" cy="658368"/>
          </a:xfrm>
          <a:prstGeom prst="rect">
            <a:avLst/>
          </a:prstGeom>
          <a:solidFill>
            <a:srgbClr val="1E8449"/>
          </a:solidFill>
          <a:ln w="12700">
            <a:solidFill>
              <a:srgbClr val="1E8449"/>
            </a:solidFill>
            <a:prstDash val="solid"/>
          </a:ln>
        </p:spPr>
      </p:sp>
      <p:sp>
        <p:nvSpPr>
          <p:cNvPr id="11" name="Text 9"/>
          <p:cNvSpPr/>
          <p:nvPr/>
        </p:nvSpPr>
        <p:spPr>
          <a:xfrm>
            <a:off x="228600" y="1709928"/>
            <a:ext cx="8595360" cy="658368"/>
          </a:xfrm>
          <a:prstGeom prst="rect">
            <a:avLst/>
          </a:prstGeom>
          <a:noFill/>
          <a:ln/>
        </p:spPr>
        <p:txBody>
          <a:bodyPr wrap="square" rtlCol="0" anchor="ctr"/>
          <a:lstStyle/>
          <a:p>
            <a:pPr marL="0" indent="0">
              <a:buNone/>
            </a:pPr>
            <a:r>
              <a:rPr lang="en-US" sz="1300" b="1" dirty="0">
                <a:solidFill>
                  <a:srgbClr val="FFFFFF"/>
                </a:solidFill>
              </a:rPr>
              <a:t>✔ BONNE RÉPONSE : </a:t>
            </a:r>
            <a:r>
              <a:rPr lang="en-US" sz="1300" dirty="0">
                <a:solidFill>
                  <a:srgbClr val="FFFFFF"/>
                </a:solidFill>
              </a:rPr>
              <a:t>La bientraitance des plus vulnérables est 'l'enjeu d'une société tout entière, un enjeu d'humanité', avec la visée éthique de 'la vie bonne, avec et pour les autres, dans des institutions justes'</a:t>
            </a:r>
            <a:endParaRPr lang="en-US" sz="1300" dirty="0"/>
          </a:p>
        </p:txBody>
      </p:sp>
      <p:sp>
        <p:nvSpPr>
          <p:cNvPr id="12" name="Shape 10"/>
          <p:cNvSpPr/>
          <p:nvPr/>
        </p:nvSpPr>
        <p:spPr>
          <a:xfrm>
            <a:off x="137160" y="2459736"/>
            <a:ext cx="8869680" cy="2286000"/>
          </a:xfrm>
          <a:prstGeom prst="rect">
            <a:avLst/>
          </a:prstGeom>
          <a:solidFill>
            <a:srgbClr val="FFFFFF"/>
          </a:solidFill>
          <a:ln w="12700">
            <a:solidFill>
              <a:srgbClr val="A9DFBF"/>
            </a:solidFill>
            <a:prstDash val="solid"/>
          </a:ln>
        </p:spPr>
      </p:sp>
      <p:sp>
        <p:nvSpPr>
          <p:cNvPr id="13" name="Shape 11"/>
          <p:cNvSpPr/>
          <p:nvPr/>
        </p:nvSpPr>
        <p:spPr>
          <a:xfrm>
            <a:off x="137160" y="2459736"/>
            <a:ext cx="411480" cy="2286000"/>
          </a:xfrm>
          <a:prstGeom prst="rect">
            <a:avLst/>
          </a:prstGeom>
          <a:solidFill>
            <a:srgbClr val="27AE60"/>
          </a:solidFill>
          <a:ln w="12700">
            <a:solidFill>
              <a:srgbClr val="27AE60"/>
            </a:solidFill>
            <a:prstDash val="solid"/>
          </a:ln>
        </p:spPr>
      </p:sp>
      <p:sp>
        <p:nvSpPr>
          <p:cNvPr id="14" name="Text 12"/>
          <p:cNvSpPr/>
          <p:nvPr/>
        </p:nvSpPr>
        <p:spPr>
          <a:xfrm>
            <a:off x="164592" y="2514600"/>
            <a:ext cx="347472" cy="411480"/>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5" name="Text 13"/>
          <p:cNvSpPr/>
          <p:nvPr/>
        </p:nvSpPr>
        <p:spPr>
          <a:xfrm>
            <a:off x="640080" y="2514600"/>
            <a:ext cx="8275320" cy="2148840"/>
          </a:xfrm>
          <a:prstGeom prst="rect">
            <a:avLst/>
          </a:prstGeom>
          <a:noFill/>
          <a:ln/>
        </p:spPr>
        <p:txBody>
          <a:bodyPr wrap="square" rtlCol="0" anchor="t"/>
          <a:lstStyle/>
          <a:p>
            <a:pPr marL="0" indent="0">
              <a:buNone/>
            </a:pPr>
            <a:r>
              <a:rPr lang="en-US" sz="1200" b="1" dirty="0">
                <a:solidFill>
                  <a:srgbClr val="1C1C1C"/>
                </a:solidFill>
              </a:rPr>
              <a:t>Explication
</a:t>
            </a:r>
            <a:endParaRPr lang="en-US" sz="1200" dirty="0"/>
          </a:p>
          <a:p>
            <a:pPr marL="0" indent="0">
              <a:buNone/>
            </a:pPr>
            <a:r>
              <a:rPr lang="en-US" sz="1100" dirty="0">
                <a:solidFill>
                  <a:srgbClr val="1C1C1C"/>
                </a:solidFill>
              </a:rPr>
              <a:t>Deux formules emblématiques concluent le document : 'la bientraitance des plus vulnérables est l'enjeu d'une société tout entière, un enjeu d'humanité' (comité de pilotage) et la visée éthique de Paul Ricœur : 'la visée de la vie bonne, avec et pour les autres, dans des institutions justes.'</a:t>
            </a:r>
            <a:endParaRPr lang="en-US" sz="1200" dirty="0"/>
          </a:p>
        </p:txBody>
      </p:sp>
      <p:sp>
        <p:nvSpPr>
          <p:cNvPr id="16" name="Shape 14"/>
          <p:cNvSpPr/>
          <p:nvPr/>
        </p:nvSpPr>
        <p:spPr>
          <a:xfrm>
            <a:off x="0" y="4800600"/>
            <a:ext cx="9144000" cy="342900"/>
          </a:xfrm>
          <a:prstGeom prst="rect">
            <a:avLst/>
          </a:prstGeom>
          <a:solidFill>
            <a:srgbClr val="D5F5E3"/>
          </a:solidFill>
          <a:ln w="12700">
            <a:solidFill>
              <a:srgbClr val="A9DFBF"/>
            </a:solidFill>
            <a:prstDash val="solid"/>
          </a:ln>
        </p:spPr>
      </p:sp>
      <p:sp>
        <p:nvSpPr>
          <p:cNvPr id="17" name="Text 15"/>
          <p:cNvSpPr/>
          <p:nvPr/>
        </p:nvSpPr>
        <p:spPr>
          <a:xfrm>
            <a:off x="182880" y="4800600"/>
            <a:ext cx="8778240" cy="342900"/>
          </a:xfrm>
          <a:prstGeom prst="rect">
            <a:avLst/>
          </a:prstGeom>
          <a:noFill/>
          <a:ln/>
        </p:spPr>
        <p:txBody>
          <a:bodyPr wrap="square" rtlCol="0" anchor="ctr"/>
          <a:lstStyle/>
          <a:p>
            <a:pPr marL="0" indent="0" algn="ctr">
              <a:buNone/>
            </a:pPr>
            <a:r>
              <a:rPr lang="en-US" sz="900" i="1" dirty="0">
                <a:solidFill>
                  <a:srgbClr val="1E8449"/>
                </a:solidFill>
              </a:rPr>
              <a:t>Question 100 / 100   |   Connaissances approfondies   |   Quiz Bientraitance ANESM 2008</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1A5276"/>
        </a:solidFill>
        <a:effectLst/>
      </p:bgPr>
    </p:bg>
    <p:spTree>
      <p:nvGrpSpPr>
        <p:cNvPr id="1" name=""/>
        <p:cNvGrpSpPr/>
        <p:nvPr/>
      </p:nvGrpSpPr>
      <p:grpSpPr>
        <a:xfrm>
          <a:off x="0" y="0"/>
          <a:ext cx="0" cy="0"/>
          <a:chOff x="0" y="0"/>
          <a:chExt cx="0" cy="0"/>
        </a:xfrm>
      </p:grpSpPr>
      <p:sp>
        <p:nvSpPr>
          <p:cNvPr id="2" name="Shape 0"/>
          <p:cNvSpPr/>
          <p:nvPr/>
        </p:nvSpPr>
        <p:spPr>
          <a:xfrm>
            <a:off x="0" y="3291840"/>
            <a:ext cx="9144000" cy="1851660"/>
          </a:xfrm>
          <a:prstGeom prst="rect">
            <a:avLst/>
          </a:prstGeom>
          <a:solidFill>
            <a:srgbClr val="F0B429"/>
          </a:solidFill>
          <a:ln w="12700">
            <a:solidFill>
              <a:srgbClr val="F0B429"/>
            </a:solidFill>
            <a:prstDash val="solid"/>
          </a:ln>
        </p:spPr>
      </p:sp>
      <p:sp>
        <p:nvSpPr>
          <p:cNvPr id="3" name="Text 1"/>
          <p:cNvSpPr/>
          <p:nvPr/>
        </p:nvSpPr>
        <p:spPr>
          <a:xfrm>
            <a:off x="365760" y="548640"/>
            <a:ext cx="8412480" cy="100584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QUIZ TERMINÉ !</a:t>
            </a:r>
            <a:endParaRPr lang="en-US" sz="4800" dirty="0"/>
          </a:p>
        </p:txBody>
      </p:sp>
      <p:sp>
        <p:nvSpPr>
          <p:cNvPr id="4" name="Text 2"/>
          <p:cNvSpPr/>
          <p:nvPr/>
        </p:nvSpPr>
        <p:spPr>
          <a:xfrm>
            <a:off x="365760" y="1554480"/>
            <a:ext cx="8412480" cy="548640"/>
          </a:xfrm>
          <a:prstGeom prst="rect">
            <a:avLst/>
          </a:prstGeom>
          <a:noFill/>
          <a:ln/>
        </p:spPr>
        <p:txBody>
          <a:bodyPr wrap="square" rtlCol="0" anchor="ctr"/>
          <a:lstStyle/>
          <a:p>
            <a:pPr marL="0" indent="0" algn="ctr">
              <a:buNone/>
            </a:pPr>
            <a:r>
              <a:rPr lang="en-US" sz="1800" dirty="0">
                <a:solidFill>
                  <a:srgbClr val="A9CCE3"/>
                </a:solidFill>
              </a:rPr>
              <a:t>Merci d'avoir participé à ce quiz sur la bientraitance</a:t>
            </a:r>
            <a:endParaRPr lang="en-US" sz="1800" dirty="0"/>
          </a:p>
        </p:txBody>
      </p:sp>
      <p:sp>
        <p:nvSpPr>
          <p:cNvPr id="5" name="Text 3"/>
          <p:cNvSpPr/>
          <p:nvPr/>
        </p:nvSpPr>
        <p:spPr>
          <a:xfrm>
            <a:off x="365760" y="2148840"/>
            <a:ext cx="8412480" cy="640080"/>
          </a:xfrm>
          <a:prstGeom prst="rect">
            <a:avLst/>
          </a:prstGeom>
          <a:noFill/>
          <a:ln/>
        </p:spPr>
        <p:txBody>
          <a:bodyPr wrap="square" rtlCol="0" anchor="ctr"/>
          <a:lstStyle/>
          <a:p>
            <a:pPr marL="0" indent="0" algn="ctr">
              <a:buNone/>
            </a:pPr>
            <a:r>
              <a:rPr lang="en-US" sz="1400" i="1" dirty="0">
                <a:solidFill>
                  <a:srgbClr val="FFFFFF"/>
                </a:solidFill>
              </a:rPr>
              <a:t>"La bientraitance est l'enjeu d'une société tout entière, un enjeu d'humanité."</a:t>
            </a:r>
            <a:endParaRPr lang="en-US" sz="1400" dirty="0"/>
          </a:p>
        </p:txBody>
      </p:sp>
      <p:sp>
        <p:nvSpPr>
          <p:cNvPr id="6" name="Text 4"/>
          <p:cNvSpPr/>
          <p:nvPr/>
        </p:nvSpPr>
        <p:spPr>
          <a:xfrm>
            <a:off x="365760" y="2697480"/>
            <a:ext cx="8412480" cy="411480"/>
          </a:xfrm>
          <a:prstGeom prst="rect">
            <a:avLst/>
          </a:prstGeom>
          <a:noFill/>
          <a:ln/>
        </p:spPr>
        <p:txBody>
          <a:bodyPr wrap="square" rtlCol="0" anchor="ctr"/>
          <a:lstStyle/>
          <a:p>
            <a:pPr marL="0" indent="0" algn="ctr">
              <a:buNone/>
            </a:pPr>
            <a:r>
              <a:rPr lang="en-US" sz="1100" i="1" dirty="0">
                <a:solidFill>
                  <a:srgbClr val="A9CCE3"/>
                </a:solidFill>
              </a:rPr>
              <a:t>— Comité de pilotage de l'opération pouponnières</a:t>
            </a:r>
            <a:endParaRPr lang="en-US" sz="1100" dirty="0"/>
          </a:p>
        </p:txBody>
      </p:sp>
      <p:sp>
        <p:nvSpPr>
          <p:cNvPr id="7" name="Text 5"/>
          <p:cNvSpPr/>
          <p:nvPr/>
        </p:nvSpPr>
        <p:spPr>
          <a:xfrm>
            <a:off x="365760" y="3429000"/>
            <a:ext cx="8412480" cy="548640"/>
          </a:xfrm>
          <a:prstGeom prst="rect">
            <a:avLst/>
          </a:prstGeom>
          <a:noFill/>
          <a:ln/>
        </p:spPr>
        <p:txBody>
          <a:bodyPr wrap="square" rtlCol="0" anchor="ctr"/>
          <a:lstStyle/>
          <a:p>
            <a:pPr marL="0" indent="0" algn="ctr">
              <a:buNone/>
            </a:pPr>
            <a:r>
              <a:rPr lang="en-US" sz="1400" b="1" dirty="0">
                <a:solidFill>
                  <a:srgbClr val="1A5276"/>
                </a:solidFill>
              </a:rPr>
              <a:t>"La visée de la vie bonne, avec et pour les autres, dans des institutions justes."</a:t>
            </a:r>
            <a:endParaRPr lang="en-US" sz="1400" dirty="0"/>
          </a:p>
        </p:txBody>
      </p:sp>
      <p:sp>
        <p:nvSpPr>
          <p:cNvPr id="8" name="Text 6"/>
          <p:cNvSpPr/>
          <p:nvPr/>
        </p:nvSpPr>
        <p:spPr>
          <a:xfrm>
            <a:off x="365760" y="3931920"/>
            <a:ext cx="8412480" cy="365760"/>
          </a:xfrm>
          <a:prstGeom prst="rect">
            <a:avLst/>
          </a:prstGeom>
          <a:noFill/>
          <a:ln/>
        </p:spPr>
        <p:txBody>
          <a:bodyPr wrap="square" rtlCol="0" anchor="ctr"/>
          <a:lstStyle/>
          <a:p>
            <a:pPr marL="0" indent="0" algn="ctr">
              <a:buNone/>
            </a:pPr>
            <a:r>
              <a:rPr lang="en-US" sz="1100" i="1" dirty="0">
                <a:solidFill>
                  <a:srgbClr val="1A5276"/>
                </a:solidFill>
              </a:rPr>
              <a:t>— Paul Ricœur</a:t>
            </a:r>
            <a:endParaRPr lang="en-US" sz="1100" dirty="0"/>
          </a:p>
        </p:txBody>
      </p:sp>
      <p:sp>
        <p:nvSpPr>
          <p:cNvPr id="9" name="Text 7"/>
          <p:cNvSpPr/>
          <p:nvPr/>
        </p:nvSpPr>
        <p:spPr>
          <a:xfrm>
            <a:off x="365760" y="4480560"/>
            <a:ext cx="8412480" cy="365760"/>
          </a:xfrm>
          <a:prstGeom prst="rect">
            <a:avLst/>
          </a:prstGeom>
          <a:noFill/>
          <a:ln/>
        </p:spPr>
        <p:txBody>
          <a:bodyPr wrap="square" rtlCol="0" anchor="ctr"/>
          <a:lstStyle/>
          <a:p>
            <a:pPr marL="0" indent="0" algn="ctr">
              <a:buNone/>
            </a:pPr>
            <a:r>
              <a:rPr lang="en-US" sz="1000" dirty="0">
                <a:solidFill>
                  <a:srgbClr val="FFFFFF"/>
                </a:solidFill>
              </a:rPr>
              <a:t>ANESM – Recommandation de bonnes pratiques professionnelles – Juin 2008</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19103</Words>
  <Application>Microsoft Office PowerPoint</Application>
  <PresentationFormat>Affichage à l'écran (16:9)</PresentationFormat>
  <Paragraphs>2524</Paragraphs>
  <Slides>202</Slides>
  <Notes>202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202</vt:i4>
      </vt:variant>
    </vt:vector>
  </HeadingPairs>
  <TitlesOfParts>
    <vt:vector size="20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 Bientraitance – ANESM 2008</dc:title>
  <dc:subject>PptxGenJS Presentation</dc:subject>
  <dc:creator>ANESM</dc:creator>
  <cp:lastModifiedBy>Eric AUBRUN</cp:lastModifiedBy>
  <cp:revision>1</cp:revision>
  <dcterms:created xsi:type="dcterms:W3CDTF">2026-03-23T14:47:57Z</dcterms:created>
  <dcterms:modified xsi:type="dcterms:W3CDTF">2026-03-23T20:15:58Z</dcterms:modified>
</cp:coreProperties>
</file>