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</p:sldIdLst>
  <p:notesMasterIdLst>
    <p:notesMasterId r:id="rId2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notesMaster" Target="notesMasters/notesMaster1.xml"/><Relationship Id="rId203" Type="http://schemas.openxmlformats.org/officeDocument/2006/relationships/presProps" Target="presProps.xml"/><Relationship Id="rId204" Type="http://schemas.openxmlformats.org/officeDocument/2006/relationships/viewProps" Target="viewProps.xml"/><Relationship Id="rId205" Type="http://schemas.openxmlformats.org/officeDocument/2006/relationships/theme" Target="theme/theme1.xml"/><Relationship Id="rId2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Q1. Quel est le sigle correct pour le Trouble du Spectre de l'Autisme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TSA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TAD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TSE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TSA = Trouble du Spectre de l'Autisme. C'est la terminologie officielle HAS depuis 2022.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Q2. À quel âge est-il recommandé de commencer le dépistage de l'autisme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Dès la petite enfance (0-3 ans)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À partir de 5 ans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À partir de l'entrée à l'école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l'adolescence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Les recommandations HAS 2026 insistent sur une détection précoce dès la petite enfance pour interventions adaptées.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Q3. Quel outil est validé pour le dépistage précoce de l'autisme chez le nourrisson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M-CHAT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ADOS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ADI-R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Tous les trois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HAS recommande l'utilisation d'outils validés : M-CHAT (18 mois), ADOS, ADI-R pour diagnostic complet.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Q4. Les recommandations HAS 2026 recommandent-elles la psychanalyse pour autisme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Oui, c'est une méthode classique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Non, elle est explicitement rejetée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Oui, en combinaison avec d'autres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C'est à étudier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HAS rejette explicitement les méthodes non-fondées : psychanalyse, Doman-Delacato, Packing, neurofeedback.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Q5. Quel type d'intervention privilégie HAS pour l'autisme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Psychanalytique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Comportementale et développementale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Pharmacologique uniquement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Institutionnelle isolée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Les interventions basées sur preuves sont comportementales, développementales et intégratives, dans une approche pluridisciplinaire.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Q6. Quel rôle donne HAS à la famille dans le parcours autisme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Rôle passif, suivi professionnel seul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Expertes, impliquées dès le diagnostic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Responsables du traitement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Sans importance particulière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Partenariat famille dès le départ. Les familles sont reconnues comme expertes des besoins de l'enfant.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Q7. Quel est le type de scolarisation privilégié par HAS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Classe spécialisée uniquement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Scolarisation inclusive en classe ordinaire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Instruction à domicile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Pas d'école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Les recommandations privilégient l'inclusion dans des environnements ordinaires (écoles, activités récréatives).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Q8. La méthode 'Packing' (enveloppement) est-elle recommandée par HAS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Oui, c'est efficace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Non, elle est rejetée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Oui, en dernier recours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Oui, pour calmer l'enfant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HAS rejette explicitement le Packing comme méthode non-fondée et potentiellement dangereuse.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Q9. Quels domaines doit couvrir une intervention autisme selon HAS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Communication et langage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Compétences sociales et relations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Habiletés motrices et sensorielles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Tous les domaines ci-dessus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Les interventions HAS recommandées adressent : communication, compétences sociales, habiletés motrices, domaines sensoriels.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Q10. Quel professionnel ne fait pas partie de l'équipe pluridisciplinaire recommandée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Orthophoniste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Psychomotricien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Psychanalyste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Pédopsychiatre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Équipe pluridisciplinaire : pédiatres, orthophonistes, psychomotriciens, educateurs. Pas de psychanalyste.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Q11. À quel âge une intervention précoce est-elle particulièrement critique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Avant 3 ans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Entre 3-6 ans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À partir de 6 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Pas de différence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Les interventions précoces (avant 3 ans) maximisent le potentiel de développement de l'enfant autiste.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Q12. Quel est l'objectif principal d'une prise en charge autisme selon HAS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Guérir l'autisme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Adapter les environnements, développer compétences, favoriser bien-être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Isoler l'enfant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Réduire les comportements au maximum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L'objectif est le bien-être, le développement des compétences et l'adaptation aux environnements ordinaires.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Q13. Les enfants autistes doivent-ils être intégrés en milieu ordinaire selon HAS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Non, trop difficile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Oui, autant que possible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Seulement les cas légers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C'est au cas par cas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HAS recommande l'inclusion en milieu ordinaire comme principe, adapté individuellement pour chaque enfant.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Q14. Quel est le rôle de l'école ordinaire dans l'accompagnement autisme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Aucun, c'est aux spécialistes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Partenaire clé dans l'inclusion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Refuser les enfants autistes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Rôle secondaire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L'école ordinaire est un partenaire essentiel pour l'inclusion sociale et scolaire de l'enfant.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Q15. Les activités culturelles et récréatives sont-elles recommandées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Non, trop stimulantes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Oui, pour la socialisation et le bien-être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Seulement pour les autistes légers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Non, aucun bénéfice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Les recommandations HAS soulignent l'importance des activités culturelles et récréatives ordinaires.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Q16. Quel est l'âge limite des recommandations HAS 2026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6 ans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12 ans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18 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Pas de limite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Ces recommandations couvrent les nourrissons, enfants ET adolescents jusqu'à 18 ans.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Q17. La formation des professionnels est-elle essentielle selon HAS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Non obligatoire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Souhaitable mais pas prioritaire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Essentielle, partie intégrante des recommandations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envisager après 5 ans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Formation des équipes aux interventions basées preuves est critique pour la qualité de la prise en charge.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Q18. Quel est le lien entre les recommandations HAS et la RBPP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Pas de lien direct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HAS 2026 actualise la RBPP autisme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RBPP n'existe pas pour autisme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C'est un autre système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Ces recommandations HAS 2026 constituent l'actualisation de la RBPP pour l'autisme chez l'enfant.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Q19. Les médicaments sont-ils la première ligne de traitement HAS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Oui, toujours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Non, interventions comportementales d'abord, médicaments si besoin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Les deux en parallèle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Pas de médicaments jamais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Approche intégrée : priorité aux interventions comportementales/développementales, médicaments pour co-morbidités si besoin.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Q20. Quel est le bénéfice de l'identification précoce selon HAS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Aucun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Permet interventions adaptées, meilleures prises en charge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Risque d'étiquetage seulement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Coût inutile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Identification précoce permet interventions adaptées et optimise les perspectives développementales.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Q21. Question 21 sur reconnaissance des signes autisme?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reconnaissance des signes autisme.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Q22. Question 22 sur équipe pluridisciplinaire?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équipe pluridisciplinaire.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Q23. Question 23 sur partenariat parent?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partenariat parent.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Q24. Question 24 sur inclusion scolaire?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inclusion scolaire.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Q25. Question 25 sur méthodes rejetées?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méthodes rejetées.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Q26. Question 26 sur diagnostic différentiel?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diagnostic différentiel.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Q27. Question 27 sur co-morbidités?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co-morbidités.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Q28. Question 28 sur autonomisation?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autonomisation.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Q29. Question 29 sur compétences sociales?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compétences sociales.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Q30. Question 30 sur communication?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Q31. Question 31 sur reconnaissance des signes autisme?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reconnaissance des signes autisme.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Q32. Question 32 sur équipe pluridisciplinaire?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équipe pluridisciplinaire.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Q33. Question 33 sur partenariat parent?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partenariat parent.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Q34. Question 34 sur inclusion scolaire?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inclusion scolaire.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Q35. Question 35 sur méthodes rejetées?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méthodes rejetées.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Q36. Question 36 sur diagnostic différentiel?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diagnostic différentiel.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Q37. Question 37 sur co-morbidités?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co-morbidités.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Q38. Question 38 sur autonomisation?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autonomisation.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Q39. Question 39 sur compétences sociales?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compétences sociales.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Q40. Question 40 sur communication?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Q41. Question 41 sur reconnaissance des signes autisme?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reconnaissance des signes autisme.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Q42. Question 42 sur équipe pluridisciplinaire?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équipe pluridisciplinaire.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Q43. Question 43 sur partenariat parent?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partenariat parent.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Q44. Question 44 sur inclusion scolaire?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inclusion scolaire.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Q45. Question 45 sur méthodes rejetées?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méthodes rejetées.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Q46. Question 46 sur diagnostic différentiel?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diagnostic différentiel.</a:t>
            </a:r>
            <a:endParaRPr lang="en-US" sz="1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Q47. Question 47 sur co-morbidités?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co-morbidités.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Q48. Question 48 sur autonomisation?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autonomisation.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Q49. Question 49 sur compétences sociales?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compétences sociales.</a:t>
            </a:r>
            <a:endParaRPr lang="en-US" sz="1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Q50. Question 50 sur communication?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Q51. Question 51 sur reconnaissance des signes autisme?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reconnaissance des signes autisme.</a:t>
            </a:r>
            <a:endParaRPr lang="en-US" sz="16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Q52. Question 52 sur équipe pluridisciplinaire?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équipe pluridisciplinaire.</a:t>
            </a:r>
            <a:endParaRPr lang="en-US" sz="1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Q53. Question 53 sur partenariat parent?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partenariat parent.</a:t>
            </a:r>
            <a:endParaRPr lang="en-US" sz="1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Q54. Question 54 sur inclusion scolaire?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inclusion scolaire.</a:t>
            </a:r>
            <a:endParaRPr lang="en-US" sz="1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Q55. Question 55 sur méthodes rejetées?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méthodes rejetées.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Q56. Question 56 sur diagnostic différentiel?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diagnostic différentiel.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Q57. Question 57 sur co-morbidités?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co-morbidités.</a:t>
            </a:r>
            <a:endParaRPr lang="en-US" sz="16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Q58. Question 58 sur autonomisation?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autonomisation.</a:t>
            </a:r>
            <a:endParaRPr lang="en-US" sz="1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Q59. Question 59 sur compétences sociales?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compétences sociales.</a:t>
            </a:r>
            <a:endParaRPr lang="en-US" sz="16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Q60. Question 60 sur communication?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Q61. Question 61 sur reconnaissance des signes autisme?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reconnaissance des signes autisme.</a:t>
            </a:r>
            <a:endParaRPr lang="en-US" sz="1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Q62. Question 62 sur équipe pluridisciplinaire?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équipe pluridisciplinaire.</a:t>
            </a:r>
            <a:endParaRPr lang="en-US" sz="16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Q63. Question 63 sur partenariat parent?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partenariat parent.</a:t>
            </a:r>
            <a:endParaRPr lang="en-US" sz="16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Q64. Question 64 sur inclusion scolaire?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inclusion scolaire.</a:t>
            </a:r>
            <a:endParaRPr lang="en-US" sz="1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Q65. Question 65 sur méthodes rejetées?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méthodes rejetées.</a:t>
            </a:r>
            <a:endParaRPr lang="en-US" sz="16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Q66. Question 66 sur diagnostic différentiel?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diagnostic différentiel.</a:t>
            </a:r>
            <a:endParaRPr lang="en-US" sz="16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Q67. Question 67 sur co-morbidités?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co-morbidités.</a:t>
            </a:r>
            <a:endParaRPr lang="en-US" sz="1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Q68. Question 68 sur autonomisation?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autonomisation.</a:t>
            </a:r>
            <a:endParaRPr lang="en-US" sz="1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Q69. Question 69 sur compétences sociales?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compétences sociales.</a:t>
            </a:r>
            <a:endParaRPr lang="en-US" sz="16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Q70. Question 70 sur communication?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Q71. Question 71 sur reconnaissance des signes autisme?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reconnaissance des signes autisme.</a:t>
            </a:r>
            <a:endParaRPr lang="en-US" sz="16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Q72. Question 72 sur équipe pluridisciplinaire?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équipe pluridisciplinaire.</a:t>
            </a:r>
            <a:endParaRPr lang="en-US" sz="16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Q73. Question 73 sur partenariat parent?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partenariat parent.</a:t>
            </a:r>
            <a:endParaRPr lang="en-US" sz="16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Q74. Question 74 sur inclusion scolaire?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inclusion scolaire.</a:t>
            </a:r>
            <a:endParaRPr lang="en-US" sz="16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Q75. Question 75 sur méthodes rejetées?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méthodes rejetées.</a:t>
            </a:r>
            <a:endParaRPr lang="en-US" sz="16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Q76. Question 76 sur diagnostic différentiel?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diagnostic différentiel.</a:t>
            </a:r>
            <a:endParaRPr lang="en-US" sz="16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Q77. Question 77 sur co-morbidités?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co-morbidités.</a:t>
            </a:r>
            <a:endParaRPr lang="en-US" sz="1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Q78. Question 78 sur autonomisation?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autonomisation.</a:t>
            </a:r>
            <a:endParaRPr lang="en-US" sz="16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Q79. Question 79 sur compétences sociales?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compétences sociales.</a:t>
            </a:r>
            <a:endParaRPr lang="en-US" sz="16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Q80. Question 80 sur communication?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Q81. Question 81 sur reconnaissance des signes autisme?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reconnaissance des signes autisme.</a:t>
            </a:r>
            <a:endParaRPr lang="en-US" sz="16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Q82. Question 82 sur équipe pluridisciplinaire?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équipe pluridisciplinaire.</a:t>
            </a:r>
            <a:endParaRPr lang="en-US" sz="16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Q83. Question 83 sur partenariat parent?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partenariat parent.</a:t>
            </a:r>
            <a:endParaRPr lang="en-US" sz="16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Q84. Question 84 sur inclusion scolaire?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inclusion scolaire.</a:t>
            </a:r>
            <a:endParaRPr lang="en-US" sz="16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Q85. Question 85 sur méthodes rejetées?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méthodes rejetées.</a:t>
            </a:r>
            <a:endParaRPr lang="en-US" sz="16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Q86. Question 86 sur diagnostic différentiel?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diagnostic différentiel.</a:t>
            </a:r>
            <a:endParaRPr lang="en-US" sz="16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Q87. Question 87 sur co-morbidités?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co-morbidités.</a:t>
            </a:r>
            <a:endParaRPr lang="en-US" sz="16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Q88. Question 88 sur autonomisation?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autonomisation.</a:t>
            </a:r>
            <a:endParaRPr lang="en-US" sz="16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Q89. Question 89 sur compétences sociales?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compétences sociales.</a:t>
            </a:r>
            <a:endParaRPr lang="en-US" sz="16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Q90. Question 90 sur communication?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Q91. Question 91 sur reconnaissance des signes autisme?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reconnaissance des signes autisme.</a:t>
            </a:r>
            <a:endParaRPr lang="en-US" sz="16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Q92. Question 92 sur équipe pluridisciplinaire?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équipe pluridisciplinaire.</a:t>
            </a:r>
            <a:endParaRPr lang="en-US" sz="16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Q93. Question 93 sur partenariat parent?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partenariat parent.</a:t>
            </a:r>
            <a:endParaRPr lang="en-US" sz="16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Q94. Question 94 sur inclusion scolaire?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inclusion scolaire.</a:t>
            </a:r>
            <a:endParaRPr lang="en-US" sz="16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Q95. Question 95 sur méthodes rejetées?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méthodes rejetées.</a:t>
            </a:r>
            <a:endParaRPr lang="en-US" sz="16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Q96. Question 96 sur diagnostic différentiel?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diagnostic différentiel.</a:t>
            </a:r>
            <a:endParaRPr lang="en-US" sz="16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Q97. Question 97 sur co-morbidités?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co-morbidités.</a:t>
            </a:r>
            <a:endParaRPr lang="en-US" sz="16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Q98. Question 98 sur autonomisation?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autonomisation.</a:t>
            </a:r>
            <a:endParaRPr lang="en-US" sz="16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Q99. Question 99 sur compétences sociales?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compétences sociales.</a:t>
            </a:r>
            <a:endParaRPr lang="en-US" sz="16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Q100. Question 100 sur communication?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Réponse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Réponse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Réponse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Réponse D</a:t>
            </a:r>
            <a:endParaRPr lang="en-US" sz="16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99"/>
                </a:solidFill>
              </a:rPr>
              <a:t>✅ Réponse : 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Explication pour la question sur communication.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200</Slides>
  <Notes>200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200</vt:i4>
      </vt:variant>
    </vt:vector>
  </HeadingPairs>
  <TitlesOfParts>
    <vt:vector size="2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2026-06-06T21:03:20Z</dcterms:created>
  <dcterms:modified xsi:type="dcterms:W3CDTF">2026-06-06T21:03:20Z</dcterms:modified>
</cp:coreProperties>
</file>