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463040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93808" y="14813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418320" y="2331720"/>
            <a:ext cx="347472" cy="347472"/>
          </a:xfrm>
          <a:prstGeom prst="ellipse">
            <a:avLst/>
          </a:prstGeom>
          <a:solidFill>
            <a:srgbClr val="44BBA4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2350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418320" y="3200400"/>
            <a:ext cx="347472" cy="3474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93808" y="32186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18320" y="4069080"/>
            <a:ext cx="347472" cy="347472"/>
          </a:xfrm>
          <a:prstGeom prst="ellipse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3808" y="40873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418320" y="493776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3808" y="4956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896112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0080" y="2057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d'apprentissage · 5 sessions de 2h15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502920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80/20  ·  L'essentiel en priorité  ·  Révision à chaque fin de session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256032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03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11h15 au total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7560" y="5303520"/>
            <a:ext cx="2926080" cy="502920"/>
          </a:xfrm>
          <a:prstGeom prst="rect">
            <a:avLst/>
          </a:prstGeom>
          <a:solidFill>
            <a:srgbClr val="132C52"/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5303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semaines · 2 sessions/semaine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Les 5 sessions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914400"/>
            <a:ext cx="208483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914400"/>
            <a:ext cx="2084832" cy="5943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69264"/>
            <a:ext cx="20848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" y="16459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&amp; Demander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2788920"/>
            <a:ext cx="1810512" cy="320040"/>
          </a:xfrm>
          <a:prstGeom prst="rect">
            <a:avLst/>
          </a:prstGeom>
          <a:solidFill>
            <a:srgbClr val="EA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80720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1→2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concret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6118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enrichi, réflexe de formulation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" y="5715000"/>
            <a:ext cx="208483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574243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42032" y="914400"/>
            <a:ext cx="208483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914400"/>
            <a:ext cx="2084832" cy="594360"/>
          </a:xfrm>
          <a:prstGeom prst="rect">
            <a:avLst/>
          </a:prstGeom>
          <a:solidFill>
            <a:srgbClr val="44BBA4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969264"/>
            <a:ext cx="20848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79192" y="16459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des livrables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79192" y="2788920"/>
            <a:ext cx="1810512" cy="320040"/>
          </a:xfrm>
          <a:prstGeom prst="rect">
            <a:avLst/>
          </a:prstGeom>
          <a:solidFill>
            <a:srgbClr val="E8F8F5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280720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2→3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79192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concret 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79192" y="36118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quiz / Word / infographie maîtrisé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42032" y="5715000"/>
            <a:ext cx="208483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574243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91456" y="914400"/>
            <a:ext cx="208483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914400"/>
            <a:ext cx="2084832" cy="5943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969264"/>
            <a:ext cx="20848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928616" y="16459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Slash commands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28616" y="2788920"/>
            <a:ext cx="1810512" cy="320040"/>
          </a:xfrm>
          <a:prstGeom prst="rect">
            <a:avLst/>
          </a:prstGeom>
          <a:solidFill>
            <a:srgbClr val="FEF0E6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280720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28616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concret 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28616" y="36118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/quiz-rbpp et /veille-has en autonomie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91456" y="5715000"/>
            <a:ext cx="208483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574243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40880" y="914400"/>
            <a:ext cx="208483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40880" y="914400"/>
            <a:ext cx="2084832" cy="59436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969264"/>
            <a:ext cx="20848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178040" y="16459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&amp; Hooks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178040" y="2788920"/>
            <a:ext cx="1810512" cy="320040"/>
          </a:xfrm>
          <a:prstGeom prst="rect">
            <a:avLst/>
          </a:prstGeom>
          <a:solidFill>
            <a:srgbClr val="F9EBF4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280720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3→4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78040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concret 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78040" y="36118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hebdo planifiée, hooks actifs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040880" y="5715000"/>
            <a:ext cx="208483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574243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290304" y="914400"/>
            <a:ext cx="208483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90304" y="914400"/>
            <a:ext cx="2084832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90304" y="969264"/>
            <a:ext cx="20848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9427464" y="16459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 Vision système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427464" y="2788920"/>
            <a:ext cx="1810512" cy="320040"/>
          </a:xfrm>
          <a:prstGeom prst="rect">
            <a:avLst/>
          </a:prstGeom>
          <a:solidFill>
            <a:srgbClr val="EEF1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27464" y="280720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4→5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427464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concret 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427464" y="36118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complet, premier skill personnalisé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90304" y="5715000"/>
            <a:ext cx="208483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90304" y="574243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11h15  ·  Recommandé : 2 sessions/semaine sur 3 semaines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&amp; Demander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2496312"/>
            <a:ext cx="3108960" cy="32918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1 →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3291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comprend ton projet sans que tu ré-expliques à chaque session.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 + 15 min révision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164592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64592"/>
            <a:ext cx="64008" cy="1691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solidFill>
            <a:srgbClr val="EA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7432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4488" y="640080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CLAUDE.md comme si tu étais Claude — repère ce qui manque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3 formulations d'une même demande et observer les différences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un PDF source et résumer les points clés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201168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2011680"/>
            <a:ext cx="64008" cy="1691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solidFill>
            <a:srgbClr val="EA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82312" y="212140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Affiner CLAUDE.md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04488" y="2487168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3 choses à ne jamais voir dans un livrable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tes thématiques prioritaires (RBPP, TNmP…)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si Claude respecte les nouvelles règles sur une demande simple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03320" y="3858768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3858768"/>
            <a:ext cx="64008" cy="1691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solidFill>
            <a:srgbClr val="EA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396849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outils essentiels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04488" y="4334256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Grep · Write · Edit · Bash — comprendre le rôle de chacun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Claude travailler : lire les outils appelés, pas seulement le résultat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quand Claude hésite et comment le débloquer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03320" y="5687568"/>
            <a:ext cx="8229600" cy="107899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5687568"/>
            <a:ext cx="64008" cy="10789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57790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· 15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67912" y="605332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formulation donne les meilleurs résultats ? Qu'as-tu ajouté dans CLAUDE.md 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67912" y="65105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clé : docs.anthropic.com → Overview + Memory (15 min max)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44BBA4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des livrables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2496312"/>
            <a:ext cx="3108960" cy="32918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2 →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3291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quiz, une infographie ou un document Word complet en une seule demande.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 + 15 min révision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164592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64592"/>
            <a:ext cx="64008" cy="1691640"/>
          </a:xfrm>
          <a:prstGeom prst="rect">
            <a:avLst/>
          </a:prstGeom>
          <a:solidFill>
            <a:srgbClr val="44BBA4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solidFill>
            <a:srgbClr val="E8F8F5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7432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quiz de bout en bout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4488" y="640080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source → questions.json → quiz.pptx (reproduire en entier)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JSON : structure, équilibre des thèmes, niveau professionnel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livrable et identifier ce qui doit être ajusté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201168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2011680"/>
            <a:ext cx="64008" cy="1691640"/>
          </a:xfrm>
          <a:prstGeom prst="rect">
            <a:avLst/>
          </a:prstGeom>
          <a:solidFill>
            <a:srgbClr val="44BBA4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solidFill>
            <a:srgbClr val="E8F8F5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82312" y="212140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sans tout recommencer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04488" y="2487168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ciblées : « Change uniquement la taille de police des options 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entre Edit (chirurgical) et Write (réécriture complète)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la correction dans Templates/ pour qu'elle soit permanente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03320" y="3858768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3858768"/>
            <a:ext cx="64008" cy="1691640"/>
          </a:xfrm>
          <a:prstGeom prst="rect">
            <a:avLst/>
          </a:prstGeom>
          <a:solidFill>
            <a:srgbClr val="44BBA4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solidFill>
            <a:srgbClr val="E8F8F5"/>
          </a:solidFill>
          <a:ln w="12700">
            <a:solidFill>
              <a:srgbClr val="44BB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396849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et infographie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04488" y="4334256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document Word de synthèse sur le même sujet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une infographie pétale à 6 thèmes depuis les mêmes points clés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cohérence entre les 3 livrables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03320" y="5687568"/>
            <a:ext cx="8229600" cy="107899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5687568"/>
            <a:ext cx="64008" cy="10789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57790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· 15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67912" y="605332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a bloqué ? Quelle reformulation a débloqué ? Le livrable est-il prêt pour la formation 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67912" y="65105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clé : Templates/quiz_style.js + infographie_style.js — lire ligne par ligne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Slash commands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2496312"/>
            <a:ext cx="3108960" cy="32918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3291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/quiz-rbpp, /veille-has, /pdf, /pptx et /docx efficacement.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 + 15 min révision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164592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64592"/>
            <a:ext cx="64008" cy="1691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solidFill>
            <a:srgbClr val="FEF0E6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7432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un skill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4488" y="640080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/quiz-rbpp et observer le déploiement automatique du prompt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avec une demande manuelle équivalente sur le même PDF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ce que le skill fait mieux qu'une demande libre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201168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2011680"/>
            <a:ext cx="64008" cy="1691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solidFill>
            <a:srgbClr val="FEF0E6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82312" y="212140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skills les plus rentables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04488" y="2487168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/quiz-rbpp → 100 questions depuis un PDF RBPP, format garanti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/veille-has → résumé HAS structuré (gain estimé : 45 min/semaine)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/pdf → extraire, fusionner, annoter des sources automatiquement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03320" y="3858768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3858768"/>
            <a:ext cx="64008" cy="1691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solidFill>
            <a:srgbClr val="FEF0E6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396849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NE PAS utiliser un skill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04488" y="4334256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skill est figé — pas adapté aux cas particuliers sans modification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libre si le besoin est non standard ou exceptionnel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skill si récurrent, demande libre si exception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03320" y="5687568"/>
            <a:ext cx="8229600" cy="107899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5687568"/>
            <a:ext cx="64008" cy="10789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57790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· 15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67912" y="605332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skill t'a fait gagner le plus de temps ? Qu'est-ce qu'il ne peut pas faire ? Tes 3 cas d'usage récurrents à transformer en skill 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67912" y="65105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clé : Taper /skill-creator pour observer la structure (sans encore en créer)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&amp; Hooks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2496312"/>
            <a:ext cx="3108960" cy="32918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3 →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3291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tâches récurrentes qui tournent sans intervention.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 + 15 min révision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164592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64592"/>
            <a:ext cx="64008" cy="16916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solidFill>
            <a:srgbClr val="F9EBF4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7432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hooks — automatiser les micro-tâches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4488" y="640080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sur Write → logger chaque livrable créé dans un fichier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→ ouvrir automatiquement le livrable dans Finder après génération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→ affiner le message (hook déjà en place dans settings.json)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201168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2011680"/>
            <a:ext cx="64008" cy="16916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solidFill>
            <a:srgbClr val="F9EBF4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82312" y="212140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planifiées avec /schedule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04488" y="2487168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/schedule et créer une tâche de veille HAS hebdomadaire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: chaque lundi à 8h → /veille-has → sauvegarde dans Veille/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la tâche apparaît dans la liste avec /schedule list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03320" y="3858768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3858768"/>
            <a:ext cx="64008" cy="16916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solidFill>
            <a:srgbClr val="F9EBF4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396849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 — niveau avancé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04488" y="4334256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pour éviter les chemins absolus dans les scripts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deny pour protéger des dossiers critiques contre l'écrasement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globales (~/.claude/) vs par projet (.claude/settings.json)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03320" y="5687568"/>
            <a:ext cx="8229600" cy="107899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5687568"/>
            <a:ext cx="64008" cy="10789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57790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· 15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67912" y="605332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tâche récurrente viens-tu d'éliminer ? Le hook fonctionne-t-il ? Qu'automatiser en priorité lors de la prochaine session 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67912" y="65105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clé : docs.anthropic.com → section Hooks uniquement (20 min)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 Vision système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2496312"/>
            <a:ext cx="3108960" cy="32918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4 →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3291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Enchaîner plusieurs livrables depuis une seule source sans intervention.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2h15 + 15 min révision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164592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64592"/>
            <a:ext cx="64008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solidFill>
            <a:srgbClr val="EEF1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74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7432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complet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4488" y="640080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→ Résumé veille → JSON → Quiz + Infographie + Word en une demande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où le pipeline se casse et pourquoi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et re-lancer jusqu'à ce que tout soit dans les bons dossiers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201168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2011680"/>
            <a:ext cx="64008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solidFill>
            <a:srgbClr val="EEF1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1214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82312" y="212140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premier skill personnalisé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04488" y="2487168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ta tâche la plus répétitive (ex : /formation-medicosocial)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/skill-creator pour la transformer en skill réutilisable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et ajuster sur un cas réel depuis Sources/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03320" y="3858768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3858768"/>
            <a:ext cx="64008" cy="1691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solidFill>
            <a:srgbClr val="EEF1F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396849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396849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version finale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04488" y="4334256"/>
            <a:ext cx="788212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ce qui est redondant ou jamais utilisé après 4 sessions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section « Workflows » qui documente ton pipeline complet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meilleure documentation de ce que tu as appris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03320" y="5687568"/>
            <a:ext cx="8229600" cy="107899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5687568"/>
            <a:ext cx="64008" cy="10789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57790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· 15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67912" y="605332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temps gagné par semaine ? Quelle est la prochaine automatisation ? Qu'est-ce qui reste encore trop manuel 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67912" y="65105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clé : Relire CLAUDE.md final — c'est ta meilleure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tu en 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sur les 5 niveaux de maîtrise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502920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concret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· 2h15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&amp; Demander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enrichi, réflexe de formulation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E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· 2h15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Produire des livrables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quiz / Word / infographie maîtrisé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E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· 2h15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&amp; Slash commands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/quiz-rbpp et /veille-has en autonomie complète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E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· 2h15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Automatisation &amp; Hooks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Veille hebdomadaire planifiée, hooks actifs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E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· 2h15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Workflows &amp; Vision système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complet, premier skill personnalisé opérationnel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E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132C52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806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passage du niveau 3 au 4 se fait naturellement dès que tu as répété suffisamment souvent la même demande pour vouloir l'automatiser.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Maîtriser Claude Code</dc:title>
  <dc:subject>PptxGenJS Presentation</dc:subject>
  <dc:creator>Claude Code</dc:creator>
  <cp:lastModifiedBy>Claude Code</cp:lastModifiedBy>
  <cp:revision>1</cp:revision>
  <dcterms:created xsi:type="dcterms:W3CDTF">2026-04-04T21:10:05Z</dcterms:created>
  <dcterms:modified xsi:type="dcterms:W3CDTF">2026-04-04T21:10:05Z</dcterms:modified>
</cp:coreProperties>
</file>