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L'accompagnement vers et dans l'habitat — Volet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82880" y="713232"/>
            <a:ext cx="1170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la personne dans l'élaboration de son projet d'habitat — HAS 2025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6094476" y="1920240"/>
            <a:ext cx="9144" cy="86868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845128" y="2608802"/>
            <a:ext cx="1680031" cy="541613"/>
          </a:xfrm>
          <a:prstGeom prst="line">
            <a:avLst/>
          </a:prstGeom>
          <a:noFill/>
          <a:ln w="25400">
            <a:solidFill>
              <a:srgbClr val="ED7D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30524" y="3962687"/>
            <a:ext cx="2094964" cy="193299"/>
          </a:xfrm>
          <a:prstGeom prst="line">
            <a:avLst/>
          </a:prstGeom>
          <a:noFill/>
          <a:ln w="25400">
            <a:solidFill>
              <a:srgbClr val="A9D1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11056" y="4614078"/>
            <a:ext cx="932347" cy="782654"/>
          </a:xfrm>
          <a:prstGeom prst="line">
            <a:avLst/>
          </a:prstGeom>
          <a:noFill/>
          <a:ln w="25400">
            <a:solidFill>
              <a:srgbClr val="FF00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4745549" y="4614078"/>
            <a:ext cx="932347" cy="782654"/>
          </a:xfrm>
          <a:prstGeom prst="line">
            <a:avLst/>
          </a:prstGeom>
          <a:noFill/>
          <a:ln w="25400">
            <a:solidFill>
              <a:srgbClr val="FFD7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3063464" y="3962687"/>
            <a:ext cx="2094964" cy="193299"/>
          </a:xfrm>
          <a:prstGeom prst="line">
            <a:avLst/>
          </a:prstGeom>
          <a:noFill/>
          <a:ln w="25400">
            <a:solidFill>
              <a:srgbClr val="70AD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3663793" y="2608802"/>
            <a:ext cx="1680031" cy="541613"/>
          </a:xfrm>
          <a:prstGeom prst="line">
            <a:avLst/>
          </a:prstGeom>
          <a:noFill/>
          <a:ln w="25400">
            <a:solidFill>
              <a:srgbClr val="9E3E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4356" y="2788920"/>
            <a:ext cx="1920240" cy="1920240"/>
          </a:xfrm>
          <a:prstGeom prst="ellipse">
            <a:avLst/>
          </a:prstGeom>
          <a:solidFill>
            <a:srgbClr val="1B3A6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4356" y="3401568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d'habitat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97196" y="1325880"/>
            <a:ext cx="2194560" cy="1188720"/>
          </a:xfrm>
          <a:prstGeom prst="roundRect">
            <a:avLst>
              <a:gd name="adj" fmla="val 11538"/>
            </a:avLst>
          </a:prstGeom>
          <a:solidFill>
            <a:srgbClr val="4472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0348" y="1371600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pluridimensionnelle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0348" y="1892808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· Santé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 · Environnemental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27879" y="2014442"/>
            <a:ext cx="2194560" cy="1188720"/>
          </a:xfrm>
          <a:prstGeom prst="roundRect">
            <a:avLst>
              <a:gd name="adj" fmla="val 11538"/>
            </a:avLst>
          </a:prstGeom>
          <a:solidFill>
            <a:srgbClr val="ED7D3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1031" y="2060162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01031" y="2581370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Régulière · Actualisée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Valorisant les progrès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28208" y="3561626"/>
            <a:ext cx="2194560" cy="1188720"/>
          </a:xfrm>
          <a:prstGeom prst="roundRect">
            <a:avLst>
              <a:gd name="adj" fmla="val 11538"/>
            </a:avLst>
          </a:prstGeom>
          <a:solidFill>
            <a:srgbClr val="A9D1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360" y="3607346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projet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01360" y="4128554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rythme de la personne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 progressive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46123" y="4802372"/>
            <a:ext cx="2194560" cy="1188720"/>
          </a:xfrm>
          <a:prstGeom prst="roundRect">
            <a:avLst>
              <a:gd name="adj" fmla="val 11538"/>
            </a:avLst>
          </a:prstGeom>
          <a:solidFill>
            <a:srgbClr val="FF00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275" y="4848092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Autodétermination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droits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19275" y="5369300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de risque raisonnée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souhaité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48269" y="4802372"/>
            <a:ext cx="2194560" cy="1188720"/>
          </a:xfrm>
          <a:prstGeom prst="roundRect">
            <a:avLst>
              <a:gd name="adj" fmla="val 11538"/>
            </a:avLst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421" y="4848092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territoriaux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21421" y="5369300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Bailleurs · MDPH · Communes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inclusif (FHI)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66184" y="3561626"/>
            <a:ext cx="2194560" cy="1188720"/>
          </a:xfrm>
          <a:prstGeom prst="roundRect">
            <a:avLst>
              <a:gd name="adj" fmla="val 11538"/>
            </a:avLst>
          </a:prstGeom>
          <a:solidFill>
            <a:srgbClr val="70AD4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39336" y="3607346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coordination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39336" y="4128554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 · Référent projet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Pluridisciplinarité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6513" y="2014442"/>
            <a:ext cx="2194560" cy="1188720"/>
          </a:xfrm>
          <a:prstGeom prst="roundRect">
            <a:avLst>
              <a:gd name="adj" fmla="val 11538"/>
            </a:avLst>
          </a:prstGeom>
          <a:solidFill>
            <a:srgbClr val="9E3EC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9665" y="2060162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équipes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39665" y="2581370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facilitatrice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 motivationnel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" y="653796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25 nov. 2025 | Volet 2 | Généré le 2026-06-15 | ⛔ PDF non accessible — données web HAS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2026-06-15T06:42:19Z</dcterms:created>
  <dcterms:modified xsi:type="dcterms:W3CDTF">2026-06-15T06:42:19Z</dcterms:modified>
</cp:coreProperties>
</file>