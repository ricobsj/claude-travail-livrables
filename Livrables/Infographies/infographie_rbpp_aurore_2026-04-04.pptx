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F97316">
              <a:alpha val="16000"/>
            </a:srgbClr>
          </a:solidFill>
          <a:ln w="6350">
            <a:solidFill>
              <a:srgbClr val="F97316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EAB308">
              <a:alpha val="25000"/>
            </a:srgbClr>
          </a:solidFill>
          <a:ln w="6350">
            <a:solidFill>
              <a:srgbClr val="EAB30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22D3EE">
              <a:alpha val="20000"/>
            </a:srgbClr>
          </a:solidFill>
          <a:ln w="635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RBPP · TSA Enfant &amp; Adolescent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Enfant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Adolescent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HAS 2026 — Interventions et parcours de vie — 8 axes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EAB30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de recommandation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/ EIBI precoce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essentiel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familles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medical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RBPP TSA Enfant &amp; Adolescent, publiee en fevrier 2026 | has-sante.fr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soutien et interventions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fondements cliniques et therapeutiques — Axes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Multidimensionnelle · CIF · Equipe pluripro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ADOS-2, ADI-R, Vineland-3, WISC-V recommandes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Reevaluation aux etapes cles du parcours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pluri : medecin, ortho, psychomot, ergo, psy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EF4444">
              <a:alpha val="9000"/>
            </a:srgbClr>
          </a:solidFill>
          <a:ln w="635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aux familles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parentale · Repit · Pair-aidance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parentale structuree : PACT, JASPER parents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de psychoeducation et pair-aidance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specifique pour la fratrie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EAB308">
              <a:alpha val="9000"/>
            </a:srgbClr>
          </a:solidFill>
          <a:ln w="6350">
            <a:solidFill>
              <a:srgbClr val="EAB30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recommandees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ABA/EIBI (grade A) · ESDM · TEACCH · CAA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EAB308">
              <a:alpha val="5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ABA/EIBI : intervention precoce intensive (grade A)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ESDM et JASPER : grade B recommandes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 : PECS, MAKATON, synthese vocale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22D3EE">
              <a:alpha val="9000"/>
            </a:srgbClr>
          </a:solidFill>
          <a:ln w="6350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&amp; Autonomie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Milieu ordinaire · UEMA · UEEA · ULIS · SESSAD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en milieu ordinaire prioritaire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UEMA / UEEA / ULIS selon niveau et besoins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SESSAD : soutien therapeutique en milieu scolaire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Sante, transition, comportements et formation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cliniques avances et coordination — Axes 5 a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F472B6">
              <a:alpha val="9000"/>
            </a:srgbClr>
          </a:solidFill>
          <a:ln w="6350">
            <a:solidFill>
              <a:srgbClr val="F472B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medical &amp; Comorbidites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Epilepsie · TDAH · Sommeil · Psychotropes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F472B6">
              <a:alpha val="5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Epilepsie : 20-30 % — depistage et traitement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comorbide : 30-50 % des personnes TSA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Psychotropes : reserves aux comorbidites psychiatriques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A78BFA">
              <a:alpha val="9000"/>
            </a:srgbClr>
          </a:solidFill>
          <a:ln w="635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Adolescence &amp; Transition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ans · Masking · Autodetermination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A78BFA">
              <a:alpha val="5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la transition vers l'adulte des 14 ans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/ burnout autistique : risque eleve chez les filles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Continuite des equipes et des interventions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34D399">
              <a:alpha val="9000"/>
            </a:srgbClr>
          </a:solidFill>
          <a:ln w="6350">
            <a:solidFill>
              <a:srgbClr val="34D399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Comportements-problemes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somatique · ABC · PBS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medical somatique en premiere intention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fonctionnelle ABC avant toute intervention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et ABA — contention : dernier recours ethique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94A3B8">
              <a:alpha val="9000"/>
            </a:srgbClr>
          </a:solidFill>
          <a:ln w="6350">
            <a:solidFill>
              <a:srgbClr val="94A3B8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&amp; Coordination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· Supervision · CRA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continue de toutes les equipes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clinique reguliere par un expert TSA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 de parcours + role du CRA regional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cles de la RBPP HAS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recommandation change dans les pratiques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Intervenir tot, intensement, globalement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L'intervention precoce (ABA/EIBI grade A, ESDM grade B) demarree des les premieres interrogations diagnostiques est le facteur predictif le plus fort du developpement de l'enfant avec TSA.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EAB308">
              <a:alpha val="9000"/>
            </a:srgbClr>
          </a:solidFill>
          <a:ln w="6350">
            <a:solidFill>
              <a:srgbClr val="EAB30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CAA est un droit, pas un dernier recours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Communication Amelioree et Alternative (PECS, MAKATON, synthese vocale) doit etre proposee precocement a tout enfant TSA, quelle que soit sa capacite de parole actuelle.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EF4444">
              <a:alpha val="9000"/>
            </a:srgbClr>
          </a:solidFill>
          <a:ln w="635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Soutenir les familles, c'est soutenir l'enfant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guidance parentale structuree (PACT, JASPER parents) et les groupes de psychoeducation sont recommandes en grade B. La fratrie et les aidants doivent etre integres au projet.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A78BFA">
              <a:alpha val="9000"/>
            </a:srgbClr>
          </a:solidFill>
          <a:ln w="635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transition se prepare des 14 ans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L'autodetermination, la vigilance au masking et au burnout autistique, et la continuite des equipes sont les trois conditions d'une transition reussie vers l'age adulte.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2026-04-17T21:04:13Z</dcterms:created>
  <dcterms:modified xsi:type="dcterms:W3CDTF">2026-04-17T21:04:13Z</dcterms:modified>
</cp:coreProperties>
</file>