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1161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6B"/>
                </a:solidFill>
              </a:rPr>
              <a:t>PPA dans le DUI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6666"/>
                </a:solidFill>
              </a:rPr>
              <a:t>Guide HAS — élaborer le projet personnalisé d'accompagnement dans le dossier usager informatisé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 flipV="1">
            <a:off x="6094476" y="1920240"/>
            <a:ext cx="9144" cy="1828800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97196" y="1325880"/>
            <a:ext cx="2194560" cy="1188720"/>
          </a:xfrm>
          <a:prstGeom prst="roundRect">
            <a:avLst/>
          </a:prstGeom>
          <a:solidFill>
            <a:srgbClr val="E8F1FB"/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97196" y="132588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Personnalisation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&amp; autodétermination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flipV="1">
            <a:off x="6094476" y="2834640"/>
            <a:ext cx="2692438" cy="914400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9634" y="2240280"/>
            <a:ext cx="2194560" cy="1188720"/>
          </a:xfrm>
          <a:prstGeom prst="roundRect">
            <a:avLst/>
          </a:prstGeom>
          <a:solidFill>
            <a:srgbClr val="D7E8F7"/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9634" y="224028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Co-construction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&amp; participation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94476" y="3749040"/>
            <a:ext cx="2692438" cy="914400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9634" y="4069080"/>
            <a:ext cx="2194560" cy="1188720"/>
          </a:xfrm>
          <a:prstGeom prst="roundRect">
            <a:avLst/>
          </a:prstGeom>
          <a:solidFill>
            <a:srgbClr val="C6DEF3"/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9634" y="406908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Structuration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dans le DUI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94476" y="3749040"/>
            <a:ext cx="9144" cy="1828800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97196" y="4983480"/>
            <a:ext cx="2194560" cy="1188720"/>
          </a:xfrm>
          <a:prstGeom prst="roundRect">
            <a:avLst/>
          </a:prstGeom>
          <a:solidFill>
            <a:srgbClr val="B5D4EF"/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97196" y="498348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Partage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coordination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H="1">
            <a:off x="3402038" y="3749040"/>
            <a:ext cx="2692438" cy="914400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04758" y="4069080"/>
            <a:ext cx="2194560" cy="1188720"/>
          </a:xfrm>
          <a:prstGeom prst="roundRect">
            <a:avLst/>
          </a:prstGeom>
          <a:solidFill>
            <a:srgbClr val="A4CAEB"/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04758" y="406908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RGPD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sécurité (HDS)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flipH="1" flipV="1">
            <a:off x="3402038" y="2834640"/>
            <a:ext cx="2692438" cy="914400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04758" y="2240280"/>
            <a:ext cx="2194560" cy="1188720"/>
          </a:xfrm>
          <a:prstGeom prst="roundRect">
            <a:avLst/>
          </a:prstGeom>
          <a:solidFill>
            <a:srgbClr val="93C0E7"/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04758" y="224028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Formation des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professionnels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134356" y="2788920"/>
            <a:ext cx="1920240" cy="1920240"/>
          </a:xfrm>
          <a:prstGeom prst="ellipse">
            <a:avLst/>
          </a:prstGeom>
          <a:solidFill>
            <a:srgbClr val="1B3A6B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4356" y="278892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PPA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&amp; DUI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HAS — 24 juin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2026-06-27T12:49:07Z</dcterms:created>
  <dcterms:modified xsi:type="dcterms:W3CDTF">2026-06-27T12:49:07Z</dcterms:modified>
</cp:coreProperties>
</file>