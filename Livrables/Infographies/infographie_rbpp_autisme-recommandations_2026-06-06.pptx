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2876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</a:rPr>
              <a:t>Autisme — Recommandations HAS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22876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Pour nourrissons, enfants et adolescents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71516" y="2606040"/>
            <a:ext cx="1645920" cy="1645920"/>
          </a:xfrm>
          <a:prstGeom prst="ellipse">
            <a:avLst/>
          </a:prstGeom>
          <a:solidFill>
            <a:srgbClr val="1B3A6B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71516" y="3154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TSA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14716" y="2926080"/>
            <a:ext cx="2011680" cy="100584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06156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Identification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Précoce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06156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M-CHAT, ADOS,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ADI-R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4476" y="3429000"/>
            <a:ext cx="1920240" cy="9144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76" y="4351489"/>
            <a:ext cx="2011680" cy="1005840"/>
          </a:xfrm>
          <a:prstGeom prst="roundRect">
            <a:avLst/>
          </a:prstGeom>
          <a:solidFill>
            <a:srgbClr val="D4E9F7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3116" y="4488649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Interventions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Basées Preuves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43116" y="494584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Comportementales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Développementales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4476" y="3429000"/>
            <a:ext cx="960120" cy="989867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5596" y="4351489"/>
            <a:ext cx="2011680" cy="1005840"/>
          </a:xfrm>
          <a:prstGeom prst="roundRect">
            <a:avLst/>
          </a:prstGeom>
          <a:solidFill>
            <a:srgbClr val="C0DEF5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7036" y="4488649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Partenariat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Famille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17036" y="494584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Experts dès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le diagnostic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6094476" y="3429000"/>
            <a:ext cx="9144" cy="989867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62556" y="2926080"/>
            <a:ext cx="2011680" cy="1005840"/>
          </a:xfrm>
          <a:prstGeom prst="roundRect">
            <a:avLst/>
          </a:prstGeom>
          <a:solidFill>
            <a:srgbClr val="ABD3F3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53996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Inclusion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Scolaire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53996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Classe ordinaire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avec adaptations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6094476" y="3429000"/>
            <a:ext cx="9144" cy="9144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25596" y="1500671"/>
            <a:ext cx="2011680" cy="1005840"/>
          </a:xfrm>
          <a:prstGeom prst="roundRect">
            <a:avLst/>
          </a:prstGeom>
          <a:solidFill>
            <a:srgbClr val="97C8F1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7036" y="1637831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Activités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Culturelles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17036" y="209503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Récréation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Socialisation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6094476" y="3429000"/>
            <a:ext cx="9144" cy="9144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51676" y="1500671"/>
            <a:ext cx="2011680" cy="1005840"/>
          </a:xfrm>
          <a:prstGeom prst="roundRect">
            <a:avLst/>
          </a:prstGeom>
          <a:solidFill>
            <a:srgbClr val="82BDE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3116" y="1637831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Rejet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Méthodes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43116" y="209503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Packing, Psychanalyse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non-fondées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V="1">
            <a:off x="6094476" y="3429000"/>
            <a:ext cx="960120" cy="9144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Février 2026 | Haute Autorité de Santé (HAS) | Recommandations pour professionnels médico-sociaux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2026-06-06T21:03:39Z</dcterms:created>
  <dcterms:modified xsi:type="dcterms:W3CDTF">2026-06-06T21:03:39Z</dcterms:modified>
</cp:coreProperties>
</file>