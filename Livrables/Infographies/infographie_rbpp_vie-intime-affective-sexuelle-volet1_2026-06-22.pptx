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094476" y="1965960"/>
            <a:ext cx="9144" cy="8229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42916" y="1417320"/>
            <a:ext cx="2103120" cy="10972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42916" y="1417320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42916" y="202082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Intimité, dignité,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liberté, non-discrimination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 flipV="1">
            <a:off x="6773383" y="2488212"/>
            <a:ext cx="1454801" cy="581921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6625" y="1939572"/>
            <a:ext cx="2103120" cy="109728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6625" y="193957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76625" y="25430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d'établissement,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formels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054596" y="3749040"/>
            <a:ext cx="2057400" cy="914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0436" y="3200400"/>
            <a:ext cx="2103120" cy="10972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0436" y="3200400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60436" y="380390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initiale,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continue, supervision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73383" y="4427947"/>
            <a:ext cx="1454801" cy="581921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6625" y="4461228"/>
            <a:ext cx="2103120" cy="109728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6625" y="4461228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Intimité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privés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6625" y="506473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Aménagement,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fermeture, circulation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94476" y="4709160"/>
            <a:ext cx="9144" cy="82296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2916" y="4983480"/>
            <a:ext cx="2103120" cy="10972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2916" y="4983480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Autodétermination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2916" y="55869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d'agir,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 de soi, choix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 flipH="1">
            <a:off x="3960767" y="4427947"/>
            <a:ext cx="1454801" cy="581921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9207" y="4461228"/>
            <a:ext cx="2103120" cy="1097280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9207" y="4461228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09207" y="506473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Violences sexistes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sexuelles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 flipH="1">
            <a:off x="3076956" y="3749040"/>
            <a:ext cx="2057400" cy="9144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25396" y="3200400"/>
            <a:ext cx="2103120" cy="10972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5396" y="3200400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25396" y="380390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Recueil, expression,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adaptés (FALC)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3960767" y="2488212"/>
            <a:ext cx="1454801" cy="581921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9207" y="1939572"/>
            <a:ext cx="2103120" cy="109728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9207" y="193957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09207" y="25430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personnalisé,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positive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34356" y="2788920"/>
            <a:ext cx="1920240" cy="192024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4356" y="2788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ESSMS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137160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la Vie Intime, Affective et Sexuelle des personnes en ESSMS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74320" y="65836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1 – Socle transversal | RBPP HAS — Validée CSMS 14 janvier 2025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– Recommandations de Bonnes Pratiques Professionnelles | www.has-sante.fr | Produit le 2026-06-22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piliers de l'accompagnement VIAS en ESSMS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— Volet 1 (janv. 2025)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fondamentaux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819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les droits fondamentaux : intimité, dignité, égalité, liberté, non-discrimination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87752"/>
            <a:ext cx="10972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877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institutionnel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3522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Inscrire la VIAS dans le projet d'établissement, les outils institutionnels et le contrat de séjour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941064"/>
            <a:ext cx="10972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4106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288536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tous les professionnels (initiale, continue) et organiser la supervision éthique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5294376"/>
            <a:ext cx="10972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2943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Intimité &amp; espaces privés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64184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Aménager les espaces garantissant l'intimité et organiser la liberté de circulation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234440"/>
            <a:ext cx="109728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2344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Autodétermination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5819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l'autodétermination, l'estime de soi et le pouvoir d'agir des personnes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587752"/>
            <a:ext cx="109728" cy="10515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5877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des VSS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93522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Prévenir et lutter contre les violences sexistes et sexuelles (VSS), intégrant la loi nov. 2025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941064"/>
            <a:ext cx="10972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4106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4288536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et respecter le consentement via des outils adaptés (FALC, CAA, ateliers)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5294376"/>
            <a:ext cx="10972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2943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personnalisé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64184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l'accompagnement via le projet personnalisé et l'approche positive de la VIAS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– RBPP Vie intime, affective et sexuelle en ESSMS — Volet 1 | www.has-sante.fr | 2026-06-22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2026-06-22T06:40:39Z</dcterms:created>
  <dcterms:modified xsi:type="dcterms:W3CDTF">2026-06-22T06:40:39Z</dcterms:modified>
</cp:coreProperties>
</file>