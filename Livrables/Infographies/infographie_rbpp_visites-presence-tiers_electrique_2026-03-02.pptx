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Visites en presence d'un tiers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en Presence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Tiers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Proteger l'enfant et soutenir le lien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d'intervention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2/03/2026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Preparation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Mise en oeuvre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Observation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Ajustement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professionnels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Visites en presence d'un tiers, publiee le 2 mars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role professionnel et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pratique des VPT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 · Heterogeneite · Absence cadre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d'assistance educative ordonnee par le juge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significative du recours aux VPT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Heterogeneite des pratiques — absence de cadre national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 tiers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· Observation · Soutien lien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de la securite physique et psychique de l'enfant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 structure des interactions parent-enfant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actif du lien et acteur du travail partenarial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· Cadre · Preparer l'enfant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les objectifs de la mesure judiciaire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le cadre, la duree, la frequence, le lieu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l'enfant de maniere adaptee a son 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Mise en oeuvre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· Adolescents · Posture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: visites courtes et frequentes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 : respect du point de vue et de l'intime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bienveillante et neutre du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Observation, ajustement et soutien des equipes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avancees et prevention de l'epuisement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Observation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 · Documentee · Reguliere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la qualite des interactions (faits bruts)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rigoureusement : faits, pas interpretations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regulierement les effets sur l'enfant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Ajustement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· Comptes rendus juge · Coordination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 mesure selon l'evolution de la situation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 les comptes rendus pour le juge et l'ASE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toute situation de danger immediatement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professionnels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· Supervision · Prevention burnout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specifique aux pratiques des VPT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et analyse de pratiques regulieres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de l'epuisement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 — VPT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preconise pour les professionnels des VPT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securite de l'enfant, priorite absolue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visite en presence d'un tiers est une mesure de protection : le professionnel tiers est d'abord garant de la securite de l'enfant, avant d'etre un soutien a la relation parent-enfant.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et cadrer minutieusement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de preparation — clarification des objectifs, definition du cadre, preparation de l'enfant selon son age — conditionne la qualite de toute la demarche VPT qui suivra.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avec rigueur, documenter sans interpreter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L'observation structuree des interactions (faits, pas interpretations) et la documentation rigoureuse sont les fondements du compte rendu remis au juge et a l'ASE. La traçabilite est essentielle.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l'epuisement des professionnels VPT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des VPT est emotionnellement chargee. Formation specifique, supervision, APP et soutien psychologique institutionnel sont indispensables pour prevenir le burnout des equipes.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