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Interventions et parcours de vie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12/02/2026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du projet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fonctionnement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vie sociale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adulte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le 12 fevrier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l'accompagnement TSA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du fonctionnement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Continue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multidimensionnelle et pluriprofessionnelle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partagees parents / professionnels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 personnalisation de l'accompagnement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· Psychoeducation · Repit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et psychoeducation structuree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d'entraide et pair-aidance recommandes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de repit reconnus et remboursables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Developpemental · Comportemental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Demarrer des les premieres interrogations diag.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developpemental. et comportemental. (ABA)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pilier essentiel · Adapter l'environnement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vie sociale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ecole-sante-medico-social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etroite ecole / sante / medico-social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soutien des acteurs scolaires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aux loisirs, sport, culture — droit effectif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 et comportements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Sommeil · Psychotropes encadres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epilepsie, troubles du sommeil, alimentation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strictement encadres et documentes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de tous les professionnels de sante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vers l'age adulte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 · Continuite PPA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l'adolescence, avant la majorite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aux comorbidites psychiatriques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du projet personnalise entre structures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d'abord · PBS / ABA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en 1er : ecarter la cause somatique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(antecedents / consequences)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/ ABA — jamais de psychotropes sans justif.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 TSA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pour personnaliser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L'evaluation multidimensionnelle et pluriprofessionnelle, partagee avec les familles, est le fondement de tout accompagnement personnalise du TSA. Elle doit etre continue et regulierement actualisee.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precocement, adapter l'environnement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approches developpemental. et comportemental. demarrees des les premieres interrogations, combinees a la CAA et a l'adaptation sensorielle de l'environnement, sont les leviers les plus efficaces.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est un droit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ecole-sante-medico-social, la formation des acteurs scolaires et l'acces aux loisirs sont des imperatifs. Les outils numeriques et la teleexpertise sont desormais autorises.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la transition des l'adolescence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continuite du PPA entre structures pediatriques et adultes, la vigilance aux comorbidites psychiatriques et le respect de l'autodetermination de l'adolescent conditionne une transition reussie.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