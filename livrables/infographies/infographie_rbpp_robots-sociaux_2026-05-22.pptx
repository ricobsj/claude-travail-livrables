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dits « sociaux 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d'analyse prospective HAS — Mai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1920240"/>
            <a:ext cx="9144" cy="18288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094476" y="2455883"/>
            <a:ext cx="2198367" cy="1293157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3749040"/>
            <a:ext cx="3108960" cy="914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3749040"/>
            <a:ext cx="2198367" cy="1293157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3749040"/>
            <a:ext cx="9144" cy="182880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896109" y="3749040"/>
            <a:ext cx="2198367" cy="1293157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985516" y="3749040"/>
            <a:ext cx="3108960" cy="914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3896109" y="2455883"/>
            <a:ext cx="2198367" cy="1293157"/>
          </a:xfrm>
          <a:prstGeom prst="line">
            <a:avLst/>
          </a:prstGeom>
          <a:noFill/>
          <a:ln w="25400">
            <a:solidFill>
              <a:srgbClr val="84CC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4356" y="2788920"/>
            <a:ext cx="1920240" cy="192024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356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SOCIAUX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997196" y="13258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3B82F6">
              <a:alpha val="9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2916" y="1371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0348" y="17099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autonomes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verbales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à l'humain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95563" y="1861523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10B981">
              <a:alpha val="9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1283" y="1907243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68715" y="2245571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Anthropomorphes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Animaloïdes (Paro)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abstraites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06156" y="31546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59E0B">
              <a:alpha val="9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1876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Usages thérapeutiques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79308" y="35387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— communication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Gériatrie — émotion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— compagnie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95563" y="4447837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EF4444">
              <a:alpha val="9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1283" y="4493557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pros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8715" y="4831885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Allègement tâches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+ 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(95 % TMS)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97196" y="49834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8B5CF6">
              <a:alpha val="9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2916" y="5029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éthiques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0348" y="53675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sensibles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Anthropomorphisme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Dignité, autonomie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98829" y="4447837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EC4899">
              <a:alpha val="9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44549" y="4493557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71981" y="4831885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Vieillesse technogérée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massive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absente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88236" y="315468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B6D4">
              <a:alpha val="9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33956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961388" y="35387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luxe au bas de gamme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sociale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Bricolage techno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98829" y="1861523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84CC16">
              <a:alpha val="90000"/>
            </a:srgbClr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4549" y="1907243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871981" y="2245571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Progressif / responsable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régulation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Robots « sociaux » : quels enjeux pour demain ? — Rapport d'analyse prospective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2026-05-24T12:49:29Z</dcterms:created>
  <dcterms:modified xsi:type="dcterms:W3CDTF">2026-05-24T12:49:29Z</dcterms:modified>
</cp:coreProperties>
</file>