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TDI Volet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Scolarite, Travail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Loisirs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· Adultes avec Troubles du Developpement Intellectuel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protege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ordinaire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ESAT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culture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TDI Volet 2 · Adolescents et adultes ayant des troubles du developpement intellectuel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Scolarisation, formation et acces au travail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d'education et d'insertion professionnelle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inclusive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 · ULIS · PIAL · SESSAD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l'education pour tous les eleves TDI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en milieu ordinaire scolarise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ecole vers ESSMS : a preparer tot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· CFA adapte · VAE · CPF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: centres de formation specialises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adaptee : rythme et duree modulables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: valoriser les competences acquises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ESAT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 · Droits travailleurs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Remuneration garantie &gt;= 55 % du SMIC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 formalise et revise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: formation, conges, retraite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milieu ordinaire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· EA · Job coaching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adaptee (EA) : passerelle vers le droit commun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coaching : tutorat dedie et amenagements de poste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: reconnaissance et droits associes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vie sociale et coordination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 la vie citoyenne et coordination des parcours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sport et culture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adapte · GEM · Associations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sport adapte : competitions, clubs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: pair-entraide et espace de socialisation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culturelle et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 et citoyennete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· Habitat inclusif · Associations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vote preserve (hors tutelle totale)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inclusif (art. L281-1 CASF) + AVP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associative et vie dans la cite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· Choix de vie · FALC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vie co-construit par la personne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: soutien par des personnes similaires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eclairees : FALC et soutien adapte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94A3B8">
              <a:alpha val="9000"/>
            </a:srgbClr>
          </a:solidFill>
          <a:ln w="6350">
            <a:solidFill>
              <a:srgbClr val="94A3B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des parcours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MDPH · CDAPH · SESSAD pro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CDAPH : droits, orientation et prestations TDI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pro 16-25 ans : transition vers l'emploi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Eviter les ruptures a chaque etape de vie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recommandation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HAS preconise pour les adultes TDI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L'education, socle de tout le parcours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la plus precoce possible, accompagnee par un SESSAD, conditionne les futures capacites d'insertion professionnelle et sociale. Le PPS est le document cle de la coherence du parcours scolaire.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continuum travail : ESAT, EA, milieu ordinaire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preconise une approche graduee : ESAT pour les besoins importants de soutien, EA pour la transition, milieu ordinaire avec RQTH pour les personnes les plus autonomes. Le job coaching securise l'insertion.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vie sociale : droits, pas privileges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 au sport adapte, a la culture, aux GEM et a la vie associative doit etre facilite activement par les ESSMS. L'isolement social est un facteur de regression. La participation a la vie de la cite est un droit fondamental.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 : la personne, acteur de son parcours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decisions doivent associer la personne TDI avec des outils adaptes (FALC, pictogrammes). La pair-aidance et le mentorat constituent une ressource puissante et sous-exploitee dans les pratiques actuelles.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2026-04-17T20:51:37Z</dcterms:created>
  <dcterms:modified xsi:type="dcterms:W3CDTF">2026-04-17T20:51:37Z</dcterms:modified>
</cp:coreProperties>
</file>