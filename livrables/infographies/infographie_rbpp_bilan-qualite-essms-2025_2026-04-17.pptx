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635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635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635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Bilan ESSMS · 2025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Qualite des ESSMS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France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national HAS · 8 dimensions · Bilan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47 700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ESSMS en France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criteres HAS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evalues en 2025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HAS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personnes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Prev. maltraitance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usagers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Referentiel national d'evaluation ESSMS | Obligatoire depuis le 1er janvier 2022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Referentiel, droits et accompagnement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la qualite — Dimensions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Referentiel HAS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criteres · 18 imperatifs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37 % des 47 700 ESSMS evalues d'ici fin 2025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10,5 % valident les 18 criteres imperatifs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Periodicite 5 ans · Accreditation COFRAC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des personnes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Dignite · Intimite · Autodetermination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2002-2 : 7 droits fondamentaux reconnus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CVS, DIPC, livret d'accueil obligatoires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affective/sexuelle : axe le moins satisfait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Accompagnement personnalise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co-construit · Revision annuelle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PPA : critere imperatif HAS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globale CIF (OMS) recommandee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 et empowerment de la personne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maltraitance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Bientraitance · Signalement · 3977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types de maltraitance identifies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obligatoire (art. 434-3 C. penal)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collective et culture bientraitante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Risques, participation, gouvernance et financement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et ouverture — Dimensions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risques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 · Securite · Continuite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EIG obligatoire aupres de l'ARS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causes racines recommandee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bleu · Contention medicalement prescrite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FB923C">
              <a:alpha val="9000"/>
            </a:srgbClr>
          </a:solidFill>
          <a:ln w="635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usagers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· FALC · Empowerment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: 3 reunions minimum par 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Enquetes satisfaction accessibles en FALC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Liberte d'aller et venir : droit fondamental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gouvernance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 · PAQ · Demarche qualite PDCA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de Deming PDCA : amelioration continue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CPOM 5 ans signe avec ARS / Conseil dep.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QVT = levier direct de qualite de service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8B8EC8">
              <a:alpha val="9000"/>
            </a:srgbClr>
          </a:solidFill>
          <a:ln w="6350">
            <a:solidFill>
              <a:srgbClr val="8B8EC8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Financement &amp; reglementation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· CD · CNSA · MDPH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8B8EC8">
              <a:alpha val="50000"/>
            </a:srgbClr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Reforme SERAFIN-PH en cours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PCH, AAH, RQTH orientes par MDPH/CDAPH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Dotations globales (pas de T2A en ESSMS)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cles du bilan 2025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bilan national revele sur la qualite des ESSMS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important sur les criteres imperatifs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10,5 % des etablissements evalues satisfont les 18 criteres imperatifs. Des marges de progression importantes existent sur les droits, la bientraitance et la continuite de l'accompagnement.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personnalise au coeur de la qualite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PPA co-construit reste l'axe le plus evalue et le plus impactant. Sa mise en oeuvre effective — et non seulement sa formalisation — conditionne la reconnaissance de la qualite de l'accompagnement.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Bientraitance : une vigilance permanente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prevention de la maltraitance institutionnelle, le signalement, l'APP et la culture bientraitante sont des leviers transversaux identifie comme insuffisamment deployes dans de nombreux ESSMS evalues.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gouvernance comme condition du progres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ESSMS les mieux evalues investissent dans une veritable demarche PDCA, associent les usagers a l'amelioration continue et inscrivent la qualite dans leur CPOM et leur projet d'etablissement.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2026-04-17T20:11:02Z</dcterms:created>
  <dcterms:modified xsi:type="dcterms:W3CDTF">2026-04-17T20:11:02Z</dcterms:modified>
</cp:coreProperties>
</file>