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Anact · DGCS · Guide QVT ESSMS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 Vie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Travail en ESSMS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Demarche QVT — 7 axes · Guide Anact/DGCS mars 2021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national 2013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travail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DGCS · Anact — Guide QVT en etablissements medico-sociaux, mars 2021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Fondements et pilotage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premiers axes de la QVT en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Principes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conditions + performance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conditions de travail et performance globale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conditions = meilleure qualite de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avec QVT s'adaptent mieux en crise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Paritaire : Direction / RP / Metier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Comite QVT tripartite pour concevoir et piloter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direction porte, les managers soutiennent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: fil rouge, valoriser les reussites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· Etat des lieux · Experimenter · Perenniser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Cadrer : perimetre, comite QVT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Etat des lieux : chantiers prioritaires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Experimenter · Phase 4 — Perenniser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Travail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· Reorganisations · Materiel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Equite dans la charge de travail sur les 24h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Personnels co-concepteurs des reorganisations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Materiel defectueux : impact direct sur la sante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Relations, management et attractivite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derniers axes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 &amp; Relations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· Bienveillance · Communication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intra ET inter-services necessaire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Bienveillance : continuite, entraide, communication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varies : reunions, affichages,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Participatif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· Sens · Autonomie · Reconnaissance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discussion sur le travail (EDD)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EDD developpent la reconnaissance et le sens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Redonner du sens = renforcer l'autonomie collective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Attractivite &amp; Fidelisation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· Image · Absenteisme · Fidelisation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Ameliorer l'accueil et l'integration des nouveaux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l'image de l'etablissement sur le territoire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Fidelisation : reconnaissance, autonomie, relations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investir dans la QVT en ESSMS 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raisons cles issues du guide Anact/DGCS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QVT n'est pas un projet, c'est une culture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QVT est inscrite dans la duree et portee par la direction, elle ameliore a la fois le bien-etre des professionnels et la qualite de service rendu aux personnes accompagnees. ANI 2013.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paritaire est la 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trinome direction / representant du personnel / representant metier dans le comite QVT garantit l'ancrage concret de la demarche dans les realites du terrain. La communication est le fil rouge.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L'organisation du travail au coeur de la QVT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24h de vie des residents, l'equite dans la charge de travail et la co-conception des reorganisations sont les leviers les plus concrets. Le materiel defectueux impacte directement les relations.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fidelisation est l'horizon de la demarche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integration, reconnaissance et sens au travail : les etablissements qui investissent dans ces dimensions ameliorent leur attractivite et reduisent l'absenteisme sur le long terme.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2026-04-17T21:04:12Z</dcterms:created>
  <dcterms:modified xsi:type="dcterms:W3CDTF">2026-04-17T21:04:12Z</dcterms:modified>
</cp:coreProperties>
</file>