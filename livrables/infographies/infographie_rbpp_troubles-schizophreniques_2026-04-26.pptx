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Troubles schizophréniques — Repères cliniques RBPP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Synthèse RBPP HAS 2026 pour les professionnels du médico-social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 flipV="1">
            <a:off x="6094476" y="1920240"/>
            <a:ext cx="9144" cy="182880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6094476" y="2455883"/>
            <a:ext cx="2198367" cy="1293157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94476" y="3749040"/>
            <a:ext cx="3108960" cy="9144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94476" y="3749040"/>
            <a:ext cx="2198367" cy="1293157"/>
          </a:xfrm>
          <a:prstGeom prst="line">
            <a:avLst/>
          </a:prstGeom>
          <a:noFill/>
          <a:ln w="25400">
            <a:solidFill>
              <a:srgbClr val="EF44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94476" y="3749040"/>
            <a:ext cx="9144" cy="1828800"/>
          </a:xfrm>
          <a:prstGeom prst="line">
            <a:avLst/>
          </a:prstGeom>
          <a:noFill/>
          <a:ln w="25400">
            <a:solidFill>
              <a:srgbClr val="8B5C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H="1">
            <a:off x="3896109" y="3749040"/>
            <a:ext cx="2198367" cy="1293157"/>
          </a:xfrm>
          <a:prstGeom prst="line">
            <a:avLst/>
          </a:prstGeom>
          <a:noFill/>
          <a:ln w="25400">
            <a:solidFill>
              <a:srgbClr val="EC489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H="1">
            <a:off x="2985516" y="3749040"/>
            <a:ext cx="3108960" cy="9144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H="1" flipV="1">
            <a:off x="3896109" y="2455883"/>
            <a:ext cx="2198367" cy="1293157"/>
          </a:xfrm>
          <a:prstGeom prst="line">
            <a:avLst/>
          </a:prstGeom>
          <a:noFill/>
          <a:ln w="25400">
            <a:solidFill>
              <a:srgbClr val="84CC1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34356" y="2788920"/>
            <a:ext cx="1920240" cy="1920240"/>
          </a:xfrm>
          <a:prstGeom prst="ellipse">
            <a:avLst/>
          </a:prstGeom>
          <a:solidFill>
            <a:srgbClr val="1B3A6B"/>
          </a:solidFill>
          <a:ln w="38100">
            <a:solidFill>
              <a:srgbClr val="1B3A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34356" y="329184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TROUBLES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SCHIZO-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PHRÉNIQUES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997196" y="1325880"/>
            <a:ext cx="2194560" cy="1188720"/>
          </a:xfrm>
          <a:prstGeom prst="roundRect">
            <a:avLst>
              <a:gd name="adj" fmla="val 9231"/>
            </a:avLst>
          </a:prstGeom>
          <a:solidFill>
            <a:srgbClr val="3B82F6">
              <a:alpha val="90000"/>
            </a:srgbClr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42916" y="1371600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Épidémiologie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70348" y="1709928"/>
            <a:ext cx="2048256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~1 % population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Début 15-25 ans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Espérance de vie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réduite 10-20 ans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195563" y="1861523"/>
            <a:ext cx="2194560" cy="1188720"/>
          </a:xfrm>
          <a:prstGeom prst="roundRect">
            <a:avLst>
              <a:gd name="adj" fmla="val 9231"/>
            </a:avLst>
          </a:prstGeom>
          <a:solidFill>
            <a:srgbClr val="10B981">
              <a:alpha val="90000"/>
            </a:srgbClr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41283" y="1907243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Symptômes positifs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268715" y="2245571"/>
            <a:ext cx="2048256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Délires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Désorganisation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Comportements bizarres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106156" y="3154680"/>
            <a:ext cx="2194560" cy="1188720"/>
          </a:xfrm>
          <a:prstGeom prst="roundRect">
            <a:avLst>
              <a:gd name="adj" fmla="val 9231"/>
            </a:avLst>
          </a:prstGeom>
          <a:solidFill>
            <a:srgbClr val="F59E0B">
              <a:alpha val="90000"/>
            </a:srgbClr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51876" y="3200400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Symptômes négatifs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179308" y="3538728"/>
            <a:ext cx="2048256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Émoussement affectif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Aboulie / apathie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Retrait social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Alogie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195563" y="4447837"/>
            <a:ext cx="2194560" cy="1188720"/>
          </a:xfrm>
          <a:prstGeom prst="roundRect">
            <a:avLst>
              <a:gd name="adj" fmla="val 9231"/>
            </a:avLst>
          </a:prstGeom>
          <a:solidFill>
            <a:srgbClr val="EF4444">
              <a:alpha val="90000"/>
            </a:srgbClr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241283" y="4493557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Symptômes cognitifs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268715" y="4831885"/>
            <a:ext cx="2048256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Mémoire de travail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Fonctions exécutives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Cognition sociale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997196" y="4983480"/>
            <a:ext cx="2194560" cy="1188720"/>
          </a:xfrm>
          <a:prstGeom prst="roundRect">
            <a:avLst>
              <a:gd name="adj" fmla="val 9231"/>
            </a:avLst>
          </a:prstGeom>
          <a:solidFill>
            <a:srgbClr val="8B5CF6">
              <a:alpha val="90000"/>
            </a:srgbClr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42916" y="5029200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Comorbidités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070348" y="5367528"/>
            <a:ext cx="2048256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Addictions (50 %)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Dépression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Anxiété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Pathologies somatiques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98829" y="4447837"/>
            <a:ext cx="2194560" cy="1188720"/>
          </a:xfrm>
          <a:prstGeom prst="roundRect">
            <a:avLst>
              <a:gd name="adj" fmla="val 9231"/>
            </a:avLst>
          </a:prstGeom>
          <a:solidFill>
            <a:srgbClr val="EC4899">
              <a:alpha val="90000"/>
            </a:srgbClr>
          </a:solidFill>
          <a:ln w="25400">
            <a:solidFill>
              <a:srgbClr val="EC489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844549" y="4493557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Outils diagnostiques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871981" y="4831885"/>
            <a:ext cx="2048256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DSM-5 / CIM-11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PANSS, BPRS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CGI sévérité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Évaluation pluridisciplinaire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888236" y="3154680"/>
            <a:ext cx="2194560" cy="1188720"/>
          </a:xfrm>
          <a:prstGeom prst="roundRect">
            <a:avLst>
              <a:gd name="adj" fmla="val 9231"/>
            </a:avLst>
          </a:prstGeom>
          <a:solidFill>
            <a:srgbClr val="06B6D4">
              <a:alpha val="90000"/>
            </a:srgbClr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933956" y="3200400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Réhabilitation psychosociale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961388" y="3538728"/>
            <a:ext cx="2048256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Remédiation cognitive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Psychoéducation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Entraînement habiletés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Pair-aidance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798829" y="1861523"/>
            <a:ext cx="2194560" cy="1188720"/>
          </a:xfrm>
          <a:prstGeom prst="roundRect">
            <a:avLst>
              <a:gd name="adj" fmla="val 9231"/>
            </a:avLst>
          </a:prstGeom>
          <a:solidFill>
            <a:srgbClr val="84CC16">
              <a:alpha val="90000"/>
            </a:srgbClr>
          </a:solidFill>
          <a:ln w="25400">
            <a:solidFill>
              <a:srgbClr val="84CC1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844549" y="1907243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vigilance ESSMS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2871981" y="2245571"/>
            <a:ext cx="2048256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Adhésion traitement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 suicidaire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Repérage précoce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Décompensations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57200" y="6537960"/>
            <a:ext cx="112745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HAS — Recommandations de bonne pratique professionnelle sur les troubles schizophréniques — Avril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2026-05-24T12:53:19Z</dcterms:created>
  <dcterms:modified xsi:type="dcterms:W3CDTF">2026-05-24T12:53:19Z</dcterms:modified>
</cp:coreProperties>
</file>