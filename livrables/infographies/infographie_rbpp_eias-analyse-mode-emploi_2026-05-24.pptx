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EIAS — Méthode ALARM-E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7+1 catégories de facteurs — HAS, mai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flipV="1">
            <a:off x="6094476" y="1920240"/>
            <a:ext cx="9144" cy="182880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094476" y="2455883"/>
            <a:ext cx="2198367" cy="1293157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4476" y="3749040"/>
            <a:ext cx="3108960" cy="914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4476" y="3749040"/>
            <a:ext cx="2198367" cy="1293157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3749040"/>
            <a:ext cx="9144" cy="182880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896109" y="3749040"/>
            <a:ext cx="2198367" cy="1293157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2985516" y="3749040"/>
            <a:ext cx="3108960" cy="9144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3896109" y="2455883"/>
            <a:ext cx="2198367" cy="1293157"/>
          </a:xfrm>
          <a:prstGeom prst="line">
            <a:avLst/>
          </a:prstGeom>
          <a:noFill/>
          <a:ln w="25400">
            <a:solidFill>
              <a:srgbClr val="84CC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4356" y="2788920"/>
            <a:ext cx="1920240" cy="1920240"/>
          </a:xfrm>
          <a:prstGeom prst="ellipse">
            <a:avLst/>
          </a:prstGeom>
          <a:solidFill>
            <a:srgbClr val="1B3A6B"/>
          </a:solidFill>
          <a:ln w="381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4356" y="3291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ALARM-E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997196" y="13258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3B82F6">
              <a:alpha val="9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2916" y="13716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Patient / Usager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0348" y="17099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santé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Comorbidités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95563" y="1861523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10B981">
              <a:alpha val="9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1283" y="1907243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Tâches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68715" y="2245571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de l'acte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disponibles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06156" y="31546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59E0B">
              <a:alpha val="9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1876" y="3200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Soignants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79308" y="35387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émotionnel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de travail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95563" y="4447837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EF4444">
              <a:alpha val="9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1283" y="4493557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Équipe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8715" y="4831885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97196" y="49834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8B5CF6">
              <a:alpha val="9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2916" y="50292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Environnement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0348" y="53675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Locaux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collective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98829" y="4447837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EC4899">
              <a:alpha val="90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44549" y="4493557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Organisation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71981" y="4831885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Politiques internes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humaines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 institutionnel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88236" y="31546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06B6D4">
              <a:alpha val="9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33956" y="3200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Contexte institutionnel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61388" y="35387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externes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98829" y="1861523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84CC16">
              <a:alpha val="90000"/>
            </a:srgbClr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44549" y="1907243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E. Expérience patient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71981" y="2245571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Vécu et ressenti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de l'événement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Nouveauté 2026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L'analyse des EIAS : mode d'emploi (16/04/2026, MAJ 21/05/2026) · has-sante.fr/jcms/p_3293652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2026-05-24T12:49:29Z</dcterms:created>
  <dcterms:modified xsi:type="dcterms:W3CDTF">2026-05-24T12:49:29Z</dcterms:modified>
</cp:coreProperties>
</file>